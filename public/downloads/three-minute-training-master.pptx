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5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6.xml" ContentType="application/vnd.openxmlformats-officedocument.theme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7.xml" ContentType="application/vnd.openxmlformats-officedocument.theme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5820" r:id="rId1"/>
    <p:sldMasterId id="2147485833" r:id="rId2"/>
    <p:sldMasterId id="2147485795" r:id="rId3"/>
    <p:sldMasterId id="2147485916" r:id="rId4"/>
    <p:sldMasterId id="2147485933" r:id="rId5"/>
    <p:sldMasterId id="2147485948" r:id="rId6"/>
    <p:sldMasterId id="2147485998" r:id="rId7"/>
    <p:sldMasterId id="2147486011" r:id="rId8"/>
  </p:sldMasterIdLst>
  <p:notesMasterIdLst>
    <p:notesMasterId r:id="rId16"/>
  </p:notesMasterIdLst>
  <p:handoutMasterIdLst>
    <p:handoutMasterId r:id="rId17"/>
  </p:handoutMasterIdLst>
  <p:sldIdLst>
    <p:sldId id="2145705652" r:id="rId9"/>
    <p:sldId id="2145705653" r:id="rId10"/>
    <p:sldId id="2145705654" r:id="rId11"/>
    <p:sldId id="2145705670" r:id="rId12"/>
    <p:sldId id="2145705667" r:id="rId13"/>
    <p:sldId id="2145705662" r:id="rId14"/>
    <p:sldId id="2145705685" r:id="rId15"/>
  </p:sldIdLst>
  <p:sldSz cx="2438400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7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5" roundtripDataSignature="AMtx7mi+ClGGG9kb81LhUuhEMG4moNnm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F152D"/>
    <a:srgbClr val="FBDA00"/>
    <a:srgbClr val="C00000"/>
    <a:srgbClr val="D12031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FB9B09-A072-42B7-93C0-AED93857CA12}">
  <a:tblStyle styleId="{79FB9B09-A072-42B7-93C0-AED93857CA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33" autoAdjust="0"/>
    <p:restoredTop sz="78719" autoAdjust="0"/>
  </p:normalViewPr>
  <p:slideViewPr>
    <p:cSldViewPr snapToGrid="0">
      <p:cViewPr varScale="1">
        <p:scale>
          <a:sx n="49" d="100"/>
          <a:sy n="49" d="100"/>
        </p:scale>
        <p:origin x="912" y="184"/>
      </p:cViewPr>
      <p:guideLst>
        <p:guide orient="horz" pos="4320"/>
        <p:guide pos="77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375" Type="http://customschemas.google.com/relationships/presentationmetadata" Target="metadata"/><Relationship Id="rId3" Type="http://schemas.openxmlformats.org/officeDocument/2006/relationships/slideMaster" Target="slideMasters/slideMaster3.xml"/><Relationship Id="rId379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37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37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376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F63C5AA-DE43-A13F-ACA0-ABAE38471B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1DBAF8-02D5-DC1B-4C6E-820B25FC9C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E3552-2DAB-4AC9-94D1-F94CBF25CC4F}" type="datetimeFigureOut">
              <a:rPr lang="zh-TW" altLang="en-US" smtClean="0"/>
              <a:t>2026/9/27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6024E4A-592A-A629-691F-1E85602029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7495A0-E1D4-36A9-6B7A-64E3734CE9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18D43-200E-4E06-8C24-8ED65A4EED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752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02" name="Google Shape;170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4456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Google Shape;2568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9" name="Google Shape;2569;p9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CN" altLang="en-US" sz="2400" dirty="0"/>
              <a:t>當我們在商業拓展、人脈引薦上有需求時</a:t>
            </a:r>
            <a:r>
              <a:rPr lang="zh-CN" altLang="en-US" sz="2800" b="0" i="0" u="none" strike="noStrike" cap="none" dirty="0">
                <a:solidFill>
                  <a:srgbClr val="000000"/>
                </a:solidFill>
                <a:effectLst/>
                <a:latin typeface="Helvetica Neue"/>
                <a:cs typeface="Helvetica Neue"/>
                <a:sym typeface="Helvetica Neue"/>
              </a:rPr>
              <a:t>，你們通常會向誰求助？</a:t>
            </a:r>
            <a:endParaRPr lang="en-US" altLang="zh-CN" sz="2800" b="0" i="0" u="none" strike="noStrike" cap="none" dirty="0">
              <a:solidFill>
                <a:srgbClr val="000000"/>
              </a:solidFill>
              <a:effectLst/>
              <a:latin typeface="Helvetica Neue"/>
              <a:cs typeface="Helvetica Neue"/>
              <a:sym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CN" sz="2200" b="0" i="0" u="none" strike="noStrike" cap="none" dirty="0">
              <a:solidFill>
                <a:srgbClr val="000000"/>
              </a:solidFill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0" name="Google Shape;2570;p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tabLst/>
              <a:defRPr/>
            </a:pPr>
            <a:fld id="{00000000-1234-1234-1234-123412341234}" type="slidenum">
              <a:rPr kumimoji="0" lang="en-US" altLang="zh-TW" sz="3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Helvetica Neue"/>
                <a:buNone/>
                <a:tabLst/>
                <a:defRPr/>
              </a:pPr>
              <a:t>2</a:t>
            </a:fld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17729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同業合作案例：</a:t>
            </a: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https://</a:t>
            </a:r>
            <a:r>
              <a:rPr lang="en-US" altLang="zh-CN" sz="1100" b="0" i="0" u="none" strike="noStrike" cap="none" dirty="0" err="1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www.waca.net</a:t>
            </a: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/blog/id/350</a:t>
            </a:r>
            <a:endParaRPr lang="en-US" altLang="zh-TW" sz="1100" b="0" i="0" u="none" strike="noStrike" cap="none" dirty="0">
              <a:solidFill>
                <a:srgbClr val="000000"/>
              </a:solidFill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91832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9356E20-2C2C-1249-9B3B-98342080D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2229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6ddbe3a2e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g3b6ddbe3a2e_0_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近 </a:t>
            </a:r>
            <a:r>
              <a:rPr lang="en-US" altLang="zh-TW" dirty="0"/>
              <a:t>100</a:t>
            </a:r>
            <a:r>
              <a:rPr lang="zh-TW" altLang="en-US" dirty="0"/>
              <a:t> 位優秀的各行各業專家，在你需要的任何時候幫助我們及我們的企業共同成長！</a:t>
            </a:r>
          </a:p>
        </p:txBody>
      </p:sp>
    </p:spTree>
    <p:extLst>
      <p:ext uri="{BB962C8B-B14F-4D97-AF65-F5344CB8AC3E}">
        <p14:creationId xmlns:p14="http://schemas.microsoft.com/office/powerpoint/2010/main" val="4151326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9356E20-2C2C-1249-9B3B-98342080D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8730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Google Shape;2568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9" name="Google Shape;2569;p9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CN" altLang="en-US" sz="2400" dirty="0"/>
              <a:t>當我們在商業拓展、人脈引薦上有需求時</a:t>
            </a:r>
            <a:r>
              <a:rPr lang="zh-CN" altLang="en-US" sz="2800" b="0" i="0" u="none" strike="noStrike" cap="none" dirty="0">
                <a:solidFill>
                  <a:srgbClr val="000000"/>
                </a:solidFill>
                <a:effectLst/>
                <a:latin typeface="Helvetica Neue"/>
                <a:cs typeface="Helvetica Neue"/>
                <a:sym typeface="Helvetica Neue"/>
              </a:rPr>
              <a:t>，你們通常會向誰求助？</a:t>
            </a:r>
            <a:endParaRPr lang="en-US" altLang="zh-CN" sz="2800" b="0" i="0" u="none" strike="noStrike" cap="none" dirty="0">
              <a:solidFill>
                <a:srgbClr val="000000"/>
              </a:solidFill>
              <a:effectLst/>
              <a:latin typeface="Helvetica Neue"/>
              <a:cs typeface="Helvetica Neue"/>
              <a:sym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CN" sz="2200" b="0" i="0" u="none" strike="noStrike" cap="none" dirty="0">
              <a:solidFill>
                <a:srgbClr val="000000"/>
              </a:solidFill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0" name="Google Shape;2570;p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tabLst/>
              <a:defRPr/>
            </a:pPr>
            <a:fld id="{00000000-1234-1234-1234-123412341234}" type="slidenum">
              <a:rPr kumimoji="0" lang="en-US" altLang="zh-TW" sz="3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Helvetica Neue"/>
                <a:buNone/>
                <a:tabLst/>
                <a:defRPr/>
              </a:pPr>
              <a:t>7</a:t>
            </a:fld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74336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3140" y="8882237"/>
            <a:ext cx="9340860" cy="489151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46FE5D-3742-4427-9C5B-94ED5EE98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" y="7549134"/>
            <a:ext cx="24384000" cy="3311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800" b="1">
                <a:solidFill>
                  <a:schemeClr val="bg2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0E064D76-1222-D969-F4A4-AD41954254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97" b="30012"/>
          <a:stretch>
            <a:fillRect/>
          </a:stretch>
        </p:blipFill>
        <p:spPr>
          <a:xfrm>
            <a:off x="97561" y="603852"/>
            <a:ext cx="24188874" cy="73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26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35" y="12898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9856" y="2125251"/>
            <a:ext cx="22339300" cy="9039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628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79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1895" y="3789731"/>
            <a:ext cx="9266330" cy="81072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7699" y="1073426"/>
            <a:ext cx="9300526" cy="2365512"/>
          </a:xfrm>
        </p:spPr>
        <p:txBody>
          <a:bodyPr>
            <a:noAutofit/>
          </a:bodyPr>
          <a:lstStyle>
            <a:lvl1pPr marL="0" indent="0">
              <a:buNone/>
              <a:defRPr sz="6400" b="1" baseline="0"/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11777499" y="1313989"/>
            <a:ext cx="4249898" cy="4249898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71820" y="2072123"/>
            <a:ext cx="10066800" cy="942665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9127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8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2364" y="4158343"/>
            <a:ext cx="18361636" cy="96154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7019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96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5472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239" y="2117158"/>
            <a:ext cx="10981594" cy="865116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61632" y="2117158"/>
            <a:ext cx="11051928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239" y="4806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9780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1998" y="2151426"/>
            <a:ext cx="1093714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8008" y="3844286"/>
            <a:ext cx="1093714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2196462"/>
            <a:ext cx="11051928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3844286"/>
            <a:ext cx="11051928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009" y="0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39" y="0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819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72" y="914400"/>
            <a:ext cx="8480180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914402"/>
            <a:ext cx="12953752" cy="108077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872" y="4114800"/>
            <a:ext cx="8480180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5631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209" y="914400"/>
            <a:ext cx="8409842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914402"/>
            <a:ext cx="12985994" cy="10807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4209" y="4114800"/>
            <a:ext cx="8409842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379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仅标题">
  <p:cSld name="2_仅标题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334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tx">
  <p:cSld name="3_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9473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1_Picture with Ca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8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8"/>
          <p:cNvSpPr>
            <a:spLocks noGrp="1"/>
          </p:cNvSpPr>
          <p:nvPr>
            <p:ph type="pic" idx="2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Google Shape;19;p178"/>
          <p:cNvSpPr txBox="1">
            <a:spLocks noGrp="1"/>
          </p:cNvSpPr>
          <p:nvPr>
            <p:ph type="body" idx="1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" name="Google Shape;20;p178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78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78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5063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8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8"/>
          <p:cNvSpPr txBox="1">
            <a:spLocks noGrp="1"/>
          </p:cNvSpPr>
          <p:nvPr>
            <p:ph type="body" idx="1"/>
          </p:nvPr>
        </p:nvSpPr>
        <p:spPr>
          <a:xfrm>
            <a:off x="1676400" y="3651251"/>
            <a:ext cx="21031200" cy="8321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28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228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228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1328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2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2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32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232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1608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1_Two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475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3"/>
          <p:cNvSpPr txBox="1">
            <a:spLocks noGrp="1"/>
          </p:cNvSpPr>
          <p:nvPr>
            <p:ph type="title"/>
          </p:nvPr>
        </p:nvSpPr>
        <p:spPr>
          <a:xfrm>
            <a:off x="1130835" y="12898"/>
            <a:ext cx="22338322" cy="211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3"/>
          <p:cNvSpPr txBox="1">
            <a:spLocks noGrp="1"/>
          </p:cNvSpPr>
          <p:nvPr>
            <p:ph type="body" idx="1"/>
          </p:nvPr>
        </p:nvSpPr>
        <p:spPr>
          <a:xfrm>
            <a:off x="1129856" y="2125251"/>
            <a:ext cx="22339300" cy="903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8126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5DF549-830F-CCB8-70A7-2FBC0861D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>
                <a:latin typeface="+mj-lt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 descr="A red and black letter&#10;&#10;Description automatically generated">
            <a:extLst>
              <a:ext uri="{FF2B5EF4-FFF2-40B4-BE49-F238E27FC236}">
                <a16:creationId xmlns:a16="http://schemas.microsoft.com/office/drawing/2014/main" id="{3AD118A3-815C-B046-3D1F-31A38A2BDD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486" y="2211120"/>
            <a:ext cx="11209028" cy="430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36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37" y="12898"/>
            <a:ext cx="22338322" cy="2112352"/>
          </a:xfrm>
          <a:prstGeom prst="rect">
            <a:avLst/>
          </a:prstGeom>
        </p:spPr>
        <p:txBody>
          <a:bodyPr vert="horz" lIns="45720" tIns="22860" rIns="45720" bIns="2286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9856" y="2125253"/>
            <a:ext cx="22339300" cy="9039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90546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512304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4209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E9B1-6441-CE01-28F3-D2D33396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77FB5-A792-0921-0120-8887A315C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9252A-CD20-994B-42CD-AD17D361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753D3-7762-7ED0-651F-7FF303B1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724E9-7963-8438-0D14-4EDDF71E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244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AA2-B366-D885-7CFB-D70811EC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D9A0E-9848-0E61-32AB-FE69F5AE0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DCF49-A000-0977-855E-F361039A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2A8F5-9A57-1E43-4C0B-D35372D5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9E6A6-66D5-B4B6-4A2A-689DCD8A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35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602E-7E09-96E9-C061-E7E79B9A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424E5-B335-A540-E35D-87D4E5BC3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F86A0-C5DF-E8D5-D932-9CCBE5E54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4157E-96B5-CACF-F899-2B12BCBE8E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D67E2-E385-B110-D11F-0D7D68F9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9D50D-EEB9-E27A-F03D-57571F46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302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D120-CEB0-77EC-415B-3605A44D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87968-7935-CE06-1399-743CD0A22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4F195-ABCF-EC39-1353-EE4CAB6E0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C8C40-201D-AB2D-0C70-D0105460C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0FA84-C6E0-38F4-333B-1F851EF55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307A94-DC60-7111-A232-171F0CE6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30F02-D3D1-D63A-1905-E41B9E55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D9B191-A8E8-5B0D-C7AF-681184E4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873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DE15E-9FA9-5429-3024-CE48703C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59EFB-D90A-D972-79DA-56A55F43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3E7C1-F229-B6D8-F7FC-1B4A1699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457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70473-2061-22C9-A43B-2EC081B5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E932C2-4D3D-6345-BAE1-B5634957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FE59C-1596-F1B6-0395-8DA539D91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19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A0B5-7694-87B9-105A-623F90F2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E02A-BBEA-CB41-9DB3-EAD13B0FA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2DE65-7608-7AE1-6F4A-F3454E6A0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38395-4665-B3C3-B83B-ECE0AAF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E68FB-3091-B100-B80E-33351727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C1DE1-9C5A-E0F8-5A24-37005DD9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418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0C66-5233-C4C7-0C98-FF35DB30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8F84FD-D32F-AA0A-5602-FA6F4D71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B4F0E-B100-DCA4-CA18-12F574311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AF580-060A-F705-420C-5639CAA8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85977-BC6A-45A9-A908-FF5B154E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85760-9AD1-DB91-0F6A-50B137F7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533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D2DD-EB04-979E-FD7E-A56AD226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06635-D33F-E173-CAEF-1DB49237A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CBE4A-FB3D-3915-280F-71383F79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AB419-EBA3-6ECE-D46C-031AC085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00483-ED66-7ACB-8082-586F4A42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7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5E852-7C70-8944-BDD7-1F16FC428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746B9-5C08-A2EE-0494-9BCA78ACD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A181D-F2FB-DD49-0486-E9945ED7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E1A32-2B02-C3B0-210A-7D470914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2E09A-D518-32E7-74A6-225497D6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971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仅标题">
  <p:cSld name="2_仅标题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8863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tx">
  <p:cSld name="3_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9376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3_Title and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3"/>
          <p:cNvSpPr txBox="1">
            <a:spLocks noGrp="1"/>
          </p:cNvSpPr>
          <p:nvPr>
            <p:ph type="title"/>
          </p:nvPr>
        </p:nvSpPr>
        <p:spPr>
          <a:xfrm>
            <a:off x="1130837" y="12898"/>
            <a:ext cx="22338322" cy="211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3"/>
          <p:cNvSpPr txBox="1">
            <a:spLocks noGrp="1"/>
          </p:cNvSpPr>
          <p:nvPr>
            <p:ph type="body" idx="1"/>
          </p:nvPr>
        </p:nvSpPr>
        <p:spPr>
          <a:xfrm>
            <a:off x="1129856" y="2125253"/>
            <a:ext cx="22339300" cy="903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62592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2_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2"/>
          <p:cNvSpPr txBox="1"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2"/>
          <p:cNvSpPr txBox="1">
            <a:spLocks noGrp="1"/>
          </p:cNvSpPr>
          <p:nvPr>
            <p:ph type="dt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32"/>
          <p:cNvSpPr txBox="1">
            <a:spLocks noGrp="1"/>
          </p:cNvSpPr>
          <p:nvPr>
            <p:ph type="ft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232"/>
          <p:cNvSpPr txBox="1">
            <a:spLocks noGrp="1"/>
          </p:cNvSpPr>
          <p:nvPr>
            <p:ph type="sldNum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14957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2_Two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7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75177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37" y="12898"/>
            <a:ext cx="22338322" cy="2112352"/>
          </a:xfrm>
          <a:prstGeom prst="rect">
            <a:avLst/>
          </a:prstGeom>
        </p:spPr>
        <p:txBody>
          <a:bodyPr vert="horz" lIns="45720" tIns="22860" rIns="45720" bIns="2286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9856" y="2125253"/>
            <a:ext cx="22339300" cy="9039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2189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3_Picture with Ca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8"/>
          <p:cNvSpPr txBox="1">
            <a:spLocks noGrp="1"/>
          </p:cNvSpPr>
          <p:nvPr>
            <p:ph type="title"/>
          </p:nvPr>
        </p:nvSpPr>
        <p:spPr>
          <a:xfrm>
            <a:off x="1679579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8"/>
          <p:cNvSpPr>
            <a:spLocks noGrp="1"/>
          </p:cNvSpPr>
          <p:nvPr>
            <p:ph type="pic" idx="2"/>
          </p:nvPr>
        </p:nvSpPr>
        <p:spPr>
          <a:xfrm>
            <a:off x="10366376" y="1974853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Google Shape;19;p178"/>
          <p:cNvSpPr txBox="1">
            <a:spLocks noGrp="1"/>
          </p:cNvSpPr>
          <p:nvPr>
            <p:ph type="body" idx="1"/>
          </p:nvPr>
        </p:nvSpPr>
        <p:spPr>
          <a:xfrm>
            <a:off x="1679579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" name="Google Shape;20;p178"/>
          <p:cNvSpPr txBox="1">
            <a:spLocks noGrp="1"/>
          </p:cNvSpPr>
          <p:nvPr>
            <p:ph type="dt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78"/>
          <p:cNvSpPr txBox="1">
            <a:spLocks noGrp="1"/>
          </p:cNvSpPr>
          <p:nvPr>
            <p:ph type="ft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78"/>
          <p:cNvSpPr txBox="1">
            <a:spLocks noGrp="1"/>
          </p:cNvSpPr>
          <p:nvPr>
            <p:ph type="sldNum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8778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3140" y="8882237"/>
            <a:ext cx="9340860" cy="489151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46FE5D-3742-4427-9C5B-94ED5EE98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" y="7549134"/>
            <a:ext cx="24384000" cy="3311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800" b="1">
                <a:solidFill>
                  <a:schemeClr val="bg2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0E064D76-1222-D969-F4A4-AD41954254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97" b="30012"/>
          <a:stretch>
            <a:fillRect/>
          </a:stretch>
        </p:blipFill>
        <p:spPr>
          <a:xfrm>
            <a:off x="97561" y="603852"/>
            <a:ext cx="24188874" cy="73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089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35" y="12898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9856" y="2125251"/>
            <a:ext cx="22339300" cy="9039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83066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2064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1895" y="3789731"/>
            <a:ext cx="9266330" cy="81072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7699" y="1073426"/>
            <a:ext cx="9300526" cy="2365512"/>
          </a:xfrm>
        </p:spPr>
        <p:txBody>
          <a:bodyPr>
            <a:noAutofit/>
          </a:bodyPr>
          <a:lstStyle>
            <a:lvl1pPr marL="0" indent="0">
              <a:buNone/>
              <a:defRPr sz="6400" b="1" baseline="0"/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11777499" y="1313989"/>
            <a:ext cx="4249898" cy="4249898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71820" y="2072123"/>
            <a:ext cx="10066800" cy="942665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683233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89615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2364" y="4158343"/>
            <a:ext cx="18361636" cy="96154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7019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81001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35067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239" y="2117158"/>
            <a:ext cx="10981594" cy="865116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61632" y="2117158"/>
            <a:ext cx="11051928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239" y="4806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8677143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1998" y="2151426"/>
            <a:ext cx="1093714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8008" y="3844286"/>
            <a:ext cx="1093714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2196462"/>
            <a:ext cx="11051928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3844286"/>
            <a:ext cx="11051928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009" y="0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73790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39" y="0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2607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72" y="914400"/>
            <a:ext cx="8480180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914402"/>
            <a:ext cx="12953752" cy="108077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872" y="4114800"/>
            <a:ext cx="8480180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04107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209" y="914400"/>
            <a:ext cx="8409842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914402"/>
            <a:ext cx="12985994" cy="10807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4209" y="4114800"/>
            <a:ext cx="8409842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96246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4CAA-F5E6-858C-3E56-2C1D0A1EB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DB65C-437B-1CF6-D87D-81177AEF0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056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E9B1-6441-CE01-28F3-D2D33396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77FB5-A792-0921-0120-8887A315C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9252A-CD20-994B-42CD-AD17D361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753D3-7762-7ED0-651F-7FF303B1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724E9-7963-8438-0D14-4EDDF71E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226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AA2-B366-D885-7CFB-D70811EC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81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D9A0E-9848-0E61-32AB-FE69F5AE0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31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DCF49-A000-0977-855E-F361039A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2A8F5-9A57-1E43-4C0B-D35372D5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9E6A6-66D5-B4B6-4A2A-689DCD8A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2494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602E-7E09-96E9-C061-E7E79B9A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424E5-B335-A540-E35D-87D4E5BC3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F86A0-C5DF-E8D5-D932-9CCBE5E54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4157E-96B5-CACF-F899-2B12BCBE8E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D67E2-E385-B110-D11F-0D7D68F9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9D50D-EEB9-E27A-F03D-57571F46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491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D120-CEB0-77EC-415B-3605A44D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5"/>
            <a:ext cx="21031200" cy="265112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87968-7935-CE06-1399-743CD0A22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81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4F195-ABCF-EC39-1353-EE4CAB6E0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81" y="5010150"/>
            <a:ext cx="10315574" cy="73691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C8C40-201D-AB2D-0C70-D0105460C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0FA84-C6E0-38F4-333B-1F851EF55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307A94-DC60-7111-A232-171F0CE6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30F02-D3D1-D63A-1905-E41B9E55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D9B191-A8E8-5B0D-C7AF-681184E4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136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FBA0-3AB3-6045-8F68-D7C24095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DE15E-9FA9-5429-3024-CE48703C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59EFB-D90A-D972-79DA-56A55F43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3E7C1-F229-B6D8-F7FC-1B4A1699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952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70473-2061-22C9-A43B-2EC081B5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E932C2-4D3D-6345-BAE1-B5634957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FE59C-1596-F1B6-0395-8DA539D91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336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A0B5-7694-87B9-105A-623F90F2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81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E02A-BBEA-CB41-9DB3-EAD13B0FA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5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2DE65-7608-7AE1-6F4A-F3454E6A0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81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38395-4665-B3C3-B83B-ECE0AAF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E68FB-3091-B100-B80E-33351727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C1DE1-9C5A-E0F8-5A24-37005DD9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782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0C66-5233-C4C7-0C98-FF35DB30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81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8F84FD-D32F-AA0A-5602-FA6F4D71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5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B4F0E-B100-DCA4-CA18-12F574311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81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AF580-060A-F705-420C-5639CAA8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85977-BC6A-45A9-A908-FF5B154E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85760-9AD1-DB91-0F6A-50B137F7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95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D2DD-EB04-979E-FD7E-A56AD226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06635-D33F-E173-CAEF-1DB49237A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CBE4A-FB3D-3915-280F-71383F79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AB419-EBA3-6ECE-D46C-031AC085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00483-ED66-7ACB-8082-586F4A42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46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5E852-7C70-8944-BDD7-1F16FC428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746B9-5C08-A2EE-0494-9BCA78ACD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A181D-F2FB-DD49-0486-E9945ED7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E1A32-2B02-C3B0-210A-7D470914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2E09A-D518-32E7-74A6-225497D6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712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00747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37" y="12898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9856" y="2125253"/>
            <a:ext cx="22339300" cy="903922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785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tx" preserve="1">
  <p:cSld name="2_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39635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905603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2688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8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8"/>
          <p:cNvSpPr>
            <a:spLocks noGrp="1"/>
          </p:cNvSpPr>
          <p:nvPr>
            <p:ph type="pic" idx="2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Google Shape;19;p178"/>
          <p:cNvSpPr txBox="1">
            <a:spLocks noGrp="1"/>
          </p:cNvSpPr>
          <p:nvPr>
            <p:ph type="body" idx="1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" name="Google Shape;20;p178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78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78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321858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2_Title and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3"/>
          <p:cNvSpPr txBox="1">
            <a:spLocks noGrp="1"/>
          </p:cNvSpPr>
          <p:nvPr>
            <p:ph type="title"/>
          </p:nvPr>
        </p:nvSpPr>
        <p:spPr>
          <a:xfrm>
            <a:off x="1130835" y="12898"/>
            <a:ext cx="22338322" cy="211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3"/>
          <p:cNvSpPr txBox="1">
            <a:spLocks noGrp="1"/>
          </p:cNvSpPr>
          <p:nvPr>
            <p:ph type="body" idx="1"/>
          </p:nvPr>
        </p:nvSpPr>
        <p:spPr>
          <a:xfrm>
            <a:off x="1129856" y="2125251"/>
            <a:ext cx="22339300" cy="903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031497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4CAA-F5E6-858C-3E56-2C1D0A1EB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DB65C-437B-1CF6-D87D-81177AEF0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7110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E9B1-6441-CE01-28F3-D2D33396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77FB5-A792-0921-0120-8887A315C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9252A-CD20-994B-42CD-AD17D361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753D3-7762-7ED0-651F-7FF303B1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724E9-7963-8438-0D14-4EDDF71E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477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AA2-B366-D885-7CFB-D70811EC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9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D9A0E-9848-0E61-32AB-FE69F5AE0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9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DCF49-A000-0977-855E-F361039A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2A8F5-9A57-1E43-4C0B-D35372D5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9E6A6-66D5-B4B6-4A2A-689DCD8A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4712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602E-7E09-96E9-C061-E7E79B9A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424E5-B335-A540-E35D-87D4E5BC3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F86A0-C5DF-E8D5-D932-9CCBE5E54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4157E-96B5-CACF-F899-2B12BCBE8E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D67E2-E385-B110-D11F-0D7D68F9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9D50D-EEB9-E27A-F03D-57571F46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6775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D120-CEB0-77EC-415B-3605A44D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3"/>
            <a:ext cx="21031200" cy="265112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87968-7935-CE06-1399-743CD0A22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9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4F195-ABCF-EC39-1353-EE4CAB6E0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9" y="5010150"/>
            <a:ext cx="10315574" cy="73691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C8C40-201D-AB2D-0C70-D0105460C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0FA84-C6E0-38F4-333B-1F851EF55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307A94-DC60-7111-A232-171F0CE6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30F02-D3D1-D63A-1905-E41B9E55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D9B191-A8E8-5B0D-C7AF-681184E4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1708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FBA0-3AB3-6045-8F68-D7C24095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DE15E-9FA9-5429-3024-CE48703C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59EFB-D90A-D972-79DA-56A55F43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3E7C1-F229-B6D8-F7FC-1B4A1699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18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70473-2061-22C9-A43B-2EC081B5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E932C2-4D3D-6345-BAE1-B5634957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FE59C-1596-F1B6-0395-8DA539D91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5383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A0B5-7694-87B9-105A-623F90F2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9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E02A-BBEA-CB41-9DB3-EAD13B0FA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2DE65-7608-7AE1-6F4A-F3454E6A0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9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38395-4665-B3C3-B83B-ECE0AAF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E68FB-3091-B100-B80E-33351727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C1DE1-9C5A-E0F8-5A24-37005DD9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4519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0C66-5233-C4C7-0C98-FF35DB30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9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8F84FD-D32F-AA0A-5602-FA6F4D71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B4F0E-B100-DCA4-CA18-12F574311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9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AF580-060A-F705-420C-5639CAA8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85977-BC6A-45A9-A908-FF5B154E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85760-9AD1-DB91-0F6A-50B137F7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6548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D2DD-EB04-979E-FD7E-A56AD226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06635-D33F-E173-CAEF-1DB49237A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CBE4A-FB3D-3915-280F-71383F79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AB419-EBA3-6ECE-D46C-031AC085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00483-ED66-7ACB-8082-586F4A42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0824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5E852-7C70-8944-BDD7-1F16FC428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746B9-5C08-A2EE-0494-9BCA78ACD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A181D-F2FB-DD49-0486-E9945ED7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E1A32-2B02-C3B0-210A-7D470914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2E09A-D518-32E7-74A6-225497D6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8396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87585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35" y="12898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9856" y="2125251"/>
            <a:ext cx="22339300" cy="903922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1165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tx" preserve="1">
  <p:cSld name="2_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59349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144620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8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8"/>
          <p:cNvSpPr>
            <a:spLocks noGrp="1"/>
          </p:cNvSpPr>
          <p:nvPr>
            <p:ph type="pic" idx="2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Google Shape;19;p178"/>
          <p:cNvSpPr txBox="1">
            <a:spLocks noGrp="1"/>
          </p:cNvSpPr>
          <p:nvPr>
            <p:ph type="body" idx="1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" name="Google Shape;20;p178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78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78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633381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2_Title and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3"/>
          <p:cNvSpPr txBox="1">
            <a:spLocks noGrp="1"/>
          </p:cNvSpPr>
          <p:nvPr>
            <p:ph type="title"/>
          </p:nvPr>
        </p:nvSpPr>
        <p:spPr>
          <a:xfrm>
            <a:off x="1130835" y="12898"/>
            <a:ext cx="22338322" cy="211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3"/>
          <p:cNvSpPr txBox="1">
            <a:spLocks noGrp="1"/>
          </p:cNvSpPr>
          <p:nvPr>
            <p:ph type="body" idx="1"/>
          </p:nvPr>
        </p:nvSpPr>
        <p:spPr>
          <a:xfrm>
            <a:off x="1129856" y="2125251"/>
            <a:ext cx="22339300" cy="903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387714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19570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4CAA-F5E6-858C-3E56-2C1D0A1EB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DB65C-437B-1CF6-D87D-81177AEF0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7463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E9B1-6441-CE01-28F3-D2D33396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77FB5-A792-0921-0120-8887A315C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9252A-CD20-994B-42CD-AD17D361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753D3-7762-7ED0-651F-7FF303B1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724E9-7963-8438-0D14-4EDDF71E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9070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AA2-B366-D885-7CFB-D70811EC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81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D9A0E-9848-0E61-32AB-FE69F5AE0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31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DCF49-A000-0977-855E-F361039A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2A8F5-9A57-1E43-4C0B-D35372D5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9E6A6-66D5-B4B6-4A2A-689DCD8A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2995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602E-7E09-96E9-C061-E7E79B9A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424E5-B335-A540-E35D-87D4E5BC3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F86A0-C5DF-E8D5-D932-9CCBE5E54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4157E-96B5-CACF-F899-2B12BCBE8E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D67E2-E385-B110-D11F-0D7D68F9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9D50D-EEB9-E27A-F03D-57571F46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037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D120-CEB0-77EC-415B-3605A44D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5"/>
            <a:ext cx="21031200" cy="265112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87968-7935-CE06-1399-743CD0A22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81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4F195-ABCF-EC39-1353-EE4CAB6E0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81" y="5010150"/>
            <a:ext cx="10315574" cy="73691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C8C40-201D-AB2D-0C70-D0105460C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0FA84-C6E0-38F4-333B-1F851EF55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307A94-DC60-7111-A232-171F0CE6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30F02-D3D1-D63A-1905-E41B9E55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D9B191-A8E8-5B0D-C7AF-681184E4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6967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FBA0-3AB3-6045-8F68-D7C24095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DE15E-9FA9-5429-3024-CE48703C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59EFB-D90A-D972-79DA-56A55F43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3E7C1-F229-B6D8-F7FC-1B4A1699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6698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70473-2061-22C9-A43B-2EC081B5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E932C2-4D3D-6345-BAE1-B5634957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FE59C-1596-F1B6-0395-8DA539D91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0395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A0B5-7694-87B9-105A-623F90F2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81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E02A-BBEA-CB41-9DB3-EAD13B0FA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5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2DE65-7608-7AE1-6F4A-F3454E6A0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81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38395-4665-B3C3-B83B-ECE0AAF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E68FB-3091-B100-B80E-33351727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C1DE1-9C5A-E0F8-5A24-37005DD9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783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0C66-5233-C4C7-0C98-FF35DB30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81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8F84FD-D32F-AA0A-5602-FA6F4D71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5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B4F0E-B100-DCA4-CA18-12F574311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81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AF580-060A-F705-420C-5639CAA8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85977-BC6A-45A9-A908-FF5B154E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85760-9AD1-DB91-0F6A-50B137F7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5877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D2DD-EB04-979E-FD7E-A56AD226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06635-D33F-E173-CAEF-1DB49237A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CBE4A-FB3D-3915-280F-71383F79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AB419-EBA3-6ECE-D46C-031AC085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00483-ED66-7ACB-8082-586F4A42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6624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5E852-7C70-8944-BDD7-1F16FC428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746B9-5C08-A2EE-0494-9BCA78ACD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A181D-F2FB-DD49-0486-E9945ED7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1C28C12F-3C7E-450F-8ABE-E8C4DDE67CDD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E1A32-2B02-C3B0-210A-7D470914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5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2E09A-D518-32E7-74A6-225497D6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5"/>
            <a:ext cx="5486400" cy="730250"/>
          </a:xfrm>
          <a:prstGeom prst="rect">
            <a:avLst/>
          </a:prstGeom>
        </p:spPr>
        <p:txBody>
          <a:bodyPr/>
          <a:lstStyle/>
          <a:p>
            <a:fld id="{C971988B-5363-4D58-9C56-F8CF50071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1094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60646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37" y="12898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9856" y="2125253"/>
            <a:ext cx="22339300" cy="903922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0258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tx" preserve="1">
  <p:cSld name="2_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50696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2741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780888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8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8"/>
          <p:cNvSpPr>
            <a:spLocks noGrp="1"/>
          </p:cNvSpPr>
          <p:nvPr>
            <p:ph type="pic" idx="2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Google Shape;19;p178"/>
          <p:cNvSpPr txBox="1">
            <a:spLocks noGrp="1"/>
          </p:cNvSpPr>
          <p:nvPr>
            <p:ph type="body" idx="1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" name="Google Shape;20;p178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78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78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042750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2_Title and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3"/>
          <p:cNvSpPr txBox="1">
            <a:spLocks noGrp="1"/>
          </p:cNvSpPr>
          <p:nvPr>
            <p:ph type="title"/>
          </p:nvPr>
        </p:nvSpPr>
        <p:spPr>
          <a:xfrm>
            <a:off x="1130835" y="12898"/>
            <a:ext cx="22338322" cy="211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3"/>
          <p:cNvSpPr txBox="1">
            <a:spLocks noGrp="1"/>
          </p:cNvSpPr>
          <p:nvPr>
            <p:ph type="body" idx="1"/>
          </p:nvPr>
        </p:nvSpPr>
        <p:spPr>
          <a:xfrm>
            <a:off x="1129856" y="2125251"/>
            <a:ext cx="22339300" cy="903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95813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1A0A60-A4A6-599E-4F3E-2CEC039B7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A17170-FA6B-21A4-3300-09DA78654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EBF5B0-C3EB-5A27-943F-63D98B0C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07F09A-1699-EB9D-E97B-81E2BCA0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D3FEA0-B848-0A58-9CDE-10E618A9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Picture 6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41DDF5D1-4104-2773-F794-F04276E8D4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97" b="30012"/>
          <a:stretch>
            <a:fillRect/>
          </a:stretch>
        </p:blipFill>
        <p:spPr>
          <a:xfrm>
            <a:off x="97561" y="603852"/>
            <a:ext cx="24188874" cy="73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258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59E01E-ABA1-F95E-AB12-2F4A517F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09054B-FDB9-378A-90F3-8144ECB52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CF37D0-5A5C-47C9-55E4-167870DB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838F4C-DB3A-B537-46F2-24AC93E5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384A29-1246-1440-47B2-840633F2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838806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1E007-6E39-AB1D-F2AD-0020958E7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D2D868-42D6-9A1B-5932-5BC9447BC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DB3ECB-24B1-DCD0-7ED1-1B2C1BC9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C1D665-A3A1-ED5A-BCA0-016C67C78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E823F4-F64C-0588-7C96-6B5F1656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6149078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20844-5F42-03E0-B932-50E0EAF2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D042E2-AEB5-897C-47F0-D699AB0AB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BD67ED-FC17-C70E-0DFE-BE034F7D0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80EB07-1586-3942-D4D6-9AB4A2A1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CD2EF5-7ACD-40A7-D95B-5377ACD7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683D05-4AE7-6ABF-6B79-D15BB59D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1694154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CF342F-E2F0-83F4-C6A4-F7B33791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FDDFAB-871C-EFDB-E0B2-07F009935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82BBA1-B65F-DE4E-217E-B581A4DBD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2899ADB-ECEE-7B13-EE3C-D9F79630D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F173C12-EE86-7FA5-A3FD-22625EEDC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0BF8FA-7DF3-09F1-E6E6-669BC97A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8B11C6F-3B1B-5AE0-E8FD-BC604B70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C7DDCC6-0F85-38E2-2709-445FC469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6205951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791CD-ECFB-066B-F282-8D27FF52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B2E95A1-F979-C1FA-F406-80C42B9F2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79CF58C-B845-F25D-8D61-95C4FAB1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7DFB8C3-6AD9-9578-8FE5-0B20C1E5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70354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E4E55D7-02DD-6E77-1E34-56676A8CC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514A1E6-1E4D-D9B7-2A36-47E8073D8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30A5FA-AAA6-659D-7909-1E96D6B0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024919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4BA7FC-D8B6-991B-3ACA-4B7433C1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17DE22-ACE1-D8BB-CB3E-C6065C19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AC8B6ED-521A-BAC6-7AA8-888476FA8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1251B5-A43D-DABD-3976-77E86299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C9B834-384E-8788-8166-0E9444C9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599C79-C4A2-52E5-541D-F5F95EBF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1875487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0645BA-D1E3-C2E9-FEF2-D4DF9CBB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C12FF6A-1239-28A3-64B8-379D49FB7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6E5FFCF-D22F-F43C-B6A1-4CE5682F4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7CCC3E0-9A94-5FED-9BEB-BB1A93AF3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A0B7860-4156-976A-874C-41416D685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6D281F-AC2E-E4FA-EAF7-A6F51AC4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645384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0F9F69-4EC0-C8E4-0B6F-A8C8735D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FD2A2B-6423-F742-3D3D-E8E0FA098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FE40F7-32F1-4663-2BCD-806E9E8A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BDD055-1CDB-6A2E-B151-F1F55114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ED398D-837B-A552-7D62-7BF03F4E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741050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47A0A05-8D02-9A90-0BDE-6F5848B07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C0CE8B0-2421-C59A-8744-50CBCF0CE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20E632-B83D-4C94-0AB0-7DB5E07E6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98A813-4680-6ECB-F918-B9C7E156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ED1028-2E38-1378-286D-74B6EF97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159879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tx">
  <p:cSld name="2_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842859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594EB-D2E8-4B2D-CDB5-FF47AA345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B45C687-A3AD-7F82-E69D-4DAF0DD3A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0C37E6-5136-1069-A000-5500D179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254696-71C4-F4F1-7DB3-CC29FB8B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62E738-7E9F-A4B1-F286-14EBF552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344730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E2FF49-7144-A05E-95B7-6CEC9684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50FF66-B45E-3BBD-4688-FD2772C1B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91FB71-27C3-C273-5B06-80502EA8B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6FD013-489C-8EA3-8273-F4E127F12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2FB9B1-0FA5-CDE0-BF6C-7D5410D1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397766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B638E4-0358-3CC8-0A79-F17118EA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E375E6-9490-76C3-DB92-EA68C2FEB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5D4A9E-20D3-E9E2-403C-69B821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7D622D-C6F5-4CC0-C4A3-D3BF35D9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EDD3F-5DF0-17D1-F638-7D73E05E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035493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9FCA8-C3F7-CFF7-CF89-8B83C9762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8E0D14-DDD9-00C8-B2D5-DA571950B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F8BAF5-474B-AD0C-49EC-0E8BBC07D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21A21F2-7682-4B0B-1B3F-B46EA3E9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610058B-F4C2-1E47-A565-8D101B6E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196501-963E-F6FA-2899-375AB9B1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736292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922B1B-F6B7-928B-2564-84A3D0A8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C8B962-36AB-FE6B-20F5-71BDAE37C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691A0E-AA38-7A37-A0AB-688C1B9BD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519567B-6E4E-1EC6-1877-7F98C28CD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469DBFB-DE74-8DA7-29B0-98A993275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61A18E8-E6A1-C9E3-94DE-2EFBDF62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02EB2ED-49CC-47C3-B0A9-EF7425FD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B84CE5C-7B6E-E6FB-3165-B4A816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1730326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A98DC-C2F3-455C-F138-269F4E1A0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5A44570-56E2-91F1-F5C1-45859439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D6A46B8-E0F1-5557-4400-64B9502A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0936E73-9FA8-D705-920B-FFD7FE6E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90395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12FABA-7A1F-3DB2-93AE-39FBEBB0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2E9C22F-64C0-3446-9DF8-5C82586D1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5CC8A5-2F08-26CC-09AD-636AF3CB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96081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314638-9A19-3A28-8EB8-100215CE8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4BB7BE-B7B5-E17B-EFB9-CDD5FCF77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87FC05-F0A6-4573-F625-88B646443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123805-A362-2AE0-13C8-2C1CD281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AA52F01-429A-0A87-A412-BCAD5422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EF51200-A8B8-CDF7-74DD-9BC24E0F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485637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86C243-AF2B-71C9-6EB1-A3C09C78E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B0A876B-FAC5-F967-D814-44B8843FD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FA357E-AE9C-EED5-0924-0E673B4D9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6315AB6-45C2-72D2-E48B-86113E76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D00015-A098-7E2C-19EA-ED268400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6CEE34C-A46A-12AF-8A3E-140950E2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711283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627E91-FAF4-4585-EF86-792A87AA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0ECD16-5370-1E04-A019-DF571A8C0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4585C1-ED0D-52A2-9D58-F369E5FC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DBEC7F-B9C3-F449-1AEB-18E86BCF9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0ECFA6-8172-0EE9-D2CD-9E05A433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9742660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DA2A325-F9D3-B1FE-8BF6-F49921D45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15D2573-F61F-8FDE-D647-956623D6F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A925EF-975C-E7B5-A743-A65C92D5A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98B032-8480-937F-0138-C71E9850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DFD9D5-AFD9-7F2D-3C4E-8DB982AB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911270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656224"/>
      </p:ext>
    </p:extLst>
  </p:cSld>
  <p:clrMapOvr>
    <a:masterClrMapping/>
  </p:clrMapOvr>
  <p:transition spd="med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tx">
  <p:cSld name="2_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62603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8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8"/>
          <p:cNvSpPr>
            <a:spLocks noGrp="1"/>
          </p:cNvSpPr>
          <p:nvPr>
            <p:ph type="pic" idx="2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Google Shape;19;p178"/>
          <p:cNvSpPr txBox="1">
            <a:spLocks noGrp="1"/>
          </p:cNvSpPr>
          <p:nvPr>
            <p:ph type="body" idx="1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" name="Google Shape;20;p178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78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78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5147583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3"/>
          <p:cNvSpPr txBox="1">
            <a:spLocks noGrp="1"/>
          </p:cNvSpPr>
          <p:nvPr>
            <p:ph type="title"/>
          </p:nvPr>
        </p:nvSpPr>
        <p:spPr>
          <a:xfrm>
            <a:off x="1130835" y="12898"/>
            <a:ext cx="22338322" cy="211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3"/>
          <p:cNvSpPr txBox="1">
            <a:spLocks noGrp="1"/>
          </p:cNvSpPr>
          <p:nvPr>
            <p:ph type="body" idx="1"/>
          </p:nvPr>
        </p:nvSpPr>
        <p:spPr>
          <a:xfrm>
            <a:off x="1129856" y="2125251"/>
            <a:ext cx="22339300" cy="903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344848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73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3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7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1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92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105.xml"/><Relationship Id="rId20" Type="http://schemas.openxmlformats.org/officeDocument/2006/relationships/image" Target="../media/image10.jpg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99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Relationship Id="rId22" Type="http://schemas.openxmlformats.org/officeDocument/2006/relationships/image" Target="../media/image9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09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2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7.xml"/><Relationship Id="rId13" Type="http://schemas.openxmlformats.org/officeDocument/2006/relationships/slideLayout" Target="../slideLayouts/slideLayout132.xml"/><Relationship Id="rId18" Type="http://schemas.openxmlformats.org/officeDocument/2006/relationships/image" Target="../media/image7.png"/><Relationship Id="rId3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6.xml"/><Relationship Id="rId12" Type="http://schemas.openxmlformats.org/officeDocument/2006/relationships/slideLayout" Target="../slideLayouts/slideLayout131.xml"/><Relationship Id="rId17" Type="http://schemas.openxmlformats.org/officeDocument/2006/relationships/theme" Target="../theme/theme8.xml"/><Relationship Id="rId2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35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25.xml"/><Relationship Id="rId11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4.xml"/><Relationship Id="rId15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29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Relationship Id="rId14" Type="http://schemas.openxmlformats.org/officeDocument/2006/relationships/slideLayout" Target="../slideLayouts/slideLayout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unnel with light streaks&#10;&#10;AI-generated content may be incorrect.">
            <a:extLst>
              <a:ext uri="{FF2B5EF4-FFF2-40B4-BE49-F238E27FC236}">
                <a16:creationId xmlns:a16="http://schemas.microsoft.com/office/drawing/2014/main" id="{55447C8C-87B9-D52F-CE40-720456B3708A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36194" y="11626692"/>
            <a:ext cx="4066948" cy="2129732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571" y="0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835" y="2125580"/>
            <a:ext cx="22338322" cy="9056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69168D86-C843-F7C8-72CE-142F62CE849C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75" b="38319"/>
          <a:stretch>
            <a:fillRect/>
          </a:stretch>
        </p:blipFill>
        <p:spPr>
          <a:xfrm>
            <a:off x="0" y="12111486"/>
            <a:ext cx="6326936" cy="14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5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21" r:id="rId1"/>
    <p:sldLayoutId id="2147485822" r:id="rId2"/>
    <p:sldLayoutId id="2147485823" r:id="rId3"/>
    <p:sldLayoutId id="2147485824" r:id="rId4"/>
    <p:sldLayoutId id="2147485825" r:id="rId5"/>
    <p:sldLayoutId id="2147485826" r:id="rId6"/>
    <p:sldLayoutId id="2147485827" r:id="rId7"/>
    <p:sldLayoutId id="2147485828" r:id="rId8"/>
    <p:sldLayoutId id="2147485829" r:id="rId9"/>
    <p:sldLayoutId id="2147485830" r:id="rId10"/>
    <p:sldLayoutId id="2147485831" r:id="rId11"/>
    <p:sldLayoutId id="2147485832" r:id="rId12"/>
    <p:sldLayoutId id="2147485852" r:id="rId13"/>
    <p:sldLayoutId id="2147485853" r:id="rId14"/>
    <p:sldLayoutId id="2147485854" r:id="rId15"/>
    <p:sldLayoutId id="2147485855" r:id="rId16"/>
    <p:sldLayoutId id="2147485856" r:id="rId17"/>
    <p:sldLayoutId id="2147485857" r:id="rId18"/>
    <p:sldLayoutId id="2147485858" r:id="rId19"/>
    <p:sldLayoutId id="2147485421" r:id="rId20"/>
    <p:sldLayoutId id="2147485519" r:id="rId21"/>
    <p:sldLayoutId id="2147485859" r:id="rId22"/>
  </p:sldLayoutIdLst>
  <p:txStyles>
    <p:titleStyle>
      <a:lvl1pPr algn="ctr" defTabSz="1828800" rtl="0" eaLnBrk="1" latinLnBrk="0" hangingPunct="1">
        <a:lnSpc>
          <a:spcPct val="90000"/>
        </a:lnSpc>
        <a:spcBef>
          <a:spcPct val="0"/>
        </a:spcBef>
        <a:buNone/>
        <a:defRPr sz="8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7F715-A3BE-99A7-DD30-FA13C5B1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8F1AC-83A4-FBD7-99F2-DFB5FC4CF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38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black and red background&#10;&#10;Description automatically generated">
            <a:extLst>
              <a:ext uri="{FF2B5EF4-FFF2-40B4-BE49-F238E27FC236}">
                <a16:creationId xmlns:a16="http://schemas.microsoft.com/office/drawing/2014/main" id="{0DEAF9BE-D8A2-9F50-1C55-2BF99183804E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2295" y="11458367"/>
            <a:ext cx="4301706" cy="225763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4AD6073-5065-E5F0-E466-98F59A2F5EC8}"/>
              </a:ext>
            </a:extLst>
          </p:cNvPr>
          <p:cNvGrpSpPr/>
          <p:nvPr userDrawn="1"/>
        </p:nvGrpSpPr>
        <p:grpSpPr>
          <a:xfrm>
            <a:off x="394222" y="12178382"/>
            <a:ext cx="5747776" cy="1344996"/>
            <a:chOff x="197111" y="6089191"/>
            <a:chExt cx="2873888" cy="672498"/>
          </a:xfrm>
        </p:grpSpPr>
        <p:pic>
          <p:nvPicPr>
            <p:cNvPr id="5" name="Picture 4" descr="A red and black letter&#10;&#10;AI-generated content may be incorrect.">
              <a:extLst>
                <a:ext uri="{FF2B5EF4-FFF2-40B4-BE49-F238E27FC236}">
                  <a16:creationId xmlns:a16="http://schemas.microsoft.com/office/drawing/2014/main" id="{C4FDD378-0391-4824-5E7F-1CBE52BC98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11" y="6389802"/>
              <a:ext cx="881192" cy="338106"/>
            </a:xfrm>
            <a:prstGeom prst="rect">
              <a:avLst/>
            </a:prstGeom>
          </p:spPr>
        </p:pic>
        <p:pic>
          <p:nvPicPr>
            <p:cNvPr id="9" name="Picture 8" descr="A black background with red text&#10;&#10;AI-generated content may be incorrect.">
              <a:extLst>
                <a:ext uri="{FF2B5EF4-FFF2-40B4-BE49-F238E27FC236}">
                  <a16:creationId xmlns:a16="http://schemas.microsoft.com/office/drawing/2014/main" id="{455F14C5-3FFA-93F6-C7D8-70AE5EAEF0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34" t="33196" r="13680" b="35670"/>
            <a:stretch>
              <a:fillRect/>
            </a:stretch>
          </p:blipFill>
          <p:spPr>
            <a:xfrm>
              <a:off x="1130059" y="6089191"/>
              <a:ext cx="1940940" cy="6724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001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34" r:id="rId1"/>
    <p:sldLayoutId id="2147485835" r:id="rId2"/>
    <p:sldLayoutId id="2147485836" r:id="rId3"/>
    <p:sldLayoutId id="2147485837" r:id="rId4"/>
    <p:sldLayoutId id="2147485838" r:id="rId5"/>
    <p:sldLayoutId id="2147485839" r:id="rId6"/>
    <p:sldLayoutId id="2147485840" r:id="rId7"/>
    <p:sldLayoutId id="2147485841" r:id="rId8"/>
    <p:sldLayoutId id="2147485842" r:id="rId9"/>
    <p:sldLayoutId id="2147485843" r:id="rId10"/>
    <p:sldLayoutId id="2147485844" r:id="rId11"/>
    <p:sldLayoutId id="2147485846" r:id="rId12"/>
    <p:sldLayoutId id="2147485992" r:id="rId13"/>
    <p:sldLayoutId id="2147485994" r:id="rId14"/>
    <p:sldLayoutId id="2147485995" r:id="rId15"/>
    <p:sldLayoutId id="2147485996" r:id="rId16"/>
    <p:sldLayoutId id="2147485997" r:id="rId17"/>
    <p:sldLayoutId id="2147486035" r:id="rId18"/>
    <p:sldLayoutId id="2147486129" r:id="rId19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unnel with light streaks&#10;&#10;AI-generated content may be incorrect.">
            <a:extLst>
              <a:ext uri="{FF2B5EF4-FFF2-40B4-BE49-F238E27FC236}">
                <a16:creationId xmlns:a16="http://schemas.microsoft.com/office/drawing/2014/main" id="{55447C8C-87B9-D52F-CE40-720456B3708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36194" y="11626692"/>
            <a:ext cx="4066948" cy="2129732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571" y="0"/>
            <a:ext cx="22338322" cy="211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835" y="2125580"/>
            <a:ext cx="22338322" cy="9056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69168D86-C843-F7C8-72CE-142F62CE849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75" b="38319"/>
          <a:stretch>
            <a:fillRect/>
          </a:stretch>
        </p:blipFill>
        <p:spPr>
          <a:xfrm>
            <a:off x="0" y="12111486"/>
            <a:ext cx="6326936" cy="14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5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96" r:id="rId1"/>
    <p:sldLayoutId id="2147485797" r:id="rId2"/>
    <p:sldLayoutId id="2147485798" r:id="rId3"/>
    <p:sldLayoutId id="2147485799" r:id="rId4"/>
    <p:sldLayoutId id="2147485800" r:id="rId5"/>
    <p:sldLayoutId id="2147485801" r:id="rId6"/>
    <p:sldLayoutId id="2147485802" r:id="rId7"/>
    <p:sldLayoutId id="2147485803" r:id="rId8"/>
    <p:sldLayoutId id="2147485804" r:id="rId9"/>
    <p:sldLayoutId id="2147485805" r:id="rId10"/>
    <p:sldLayoutId id="2147485806" r:id="rId11"/>
    <p:sldLayoutId id="2147485807" r:id="rId12"/>
  </p:sldLayoutIdLst>
  <p:txStyles>
    <p:titleStyle>
      <a:lvl1pPr algn="ctr" defTabSz="1828800" rtl="0" eaLnBrk="1" latinLnBrk="0" hangingPunct="1">
        <a:lnSpc>
          <a:spcPct val="90000"/>
        </a:lnSpc>
        <a:spcBef>
          <a:spcPct val="0"/>
        </a:spcBef>
        <a:buNone/>
        <a:defRPr sz="8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7F715-A3BE-99A7-DD30-FA13C5B1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5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8F1AC-83A4-FBD7-99F2-DFB5FC4CF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pic>
        <p:nvPicPr>
          <p:cNvPr id="7" name="Picture 6" descr="A black and red background&#10;&#10;Description automatically generated">
            <a:extLst>
              <a:ext uri="{FF2B5EF4-FFF2-40B4-BE49-F238E27FC236}">
                <a16:creationId xmlns:a16="http://schemas.microsoft.com/office/drawing/2014/main" id="{0DEAF9BE-D8A2-9F50-1C55-2BF99183804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2299" y="11458371"/>
            <a:ext cx="4301706" cy="2257634"/>
          </a:xfrm>
          <a:prstGeom prst="rect">
            <a:avLst/>
          </a:prstGeom>
        </p:spPr>
      </p:pic>
      <p:pic>
        <p:nvPicPr>
          <p:cNvPr id="8" name="Picture 7" descr="A black and red text&#10;&#10;Description automatically generated">
            <a:extLst>
              <a:ext uri="{FF2B5EF4-FFF2-40B4-BE49-F238E27FC236}">
                <a16:creationId xmlns:a16="http://schemas.microsoft.com/office/drawing/2014/main" id="{D849B73A-7019-BC82-70E8-8BEE8FEE3CB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3" y="12067819"/>
            <a:ext cx="5909542" cy="1941482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5123C898-CFB0-B5A3-54F5-F27F71E02B47}"/>
              </a:ext>
            </a:extLst>
          </p:cNvPr>
          <p:cNvGrpSpPr/>
          <p:nvPr/>
        </p:nvGrpSpPr>
        <p:grpSpPr>
          <a:xfrm>
            <a:off x="15259770" y="177657"/>
            <a:ext cx="12751904" cy="1169512"/>
            <a:chOff x="15259769" y="177656"/>
            <a:chExt cx="12751904" cy="1169512"/>
          </a:xfrm>
        </p:grpSpPr>
        <p:sp>
          <p:nvSpPr>
            <p:cNvPr id="5" name="Google Shape;1499;p31">
              <a:extLst>
                <a:ext uri="{FF2B5EF4-FFF2-40B4-BE49-F238E27FC236}">
                  <a16:creationId xmlns:a16="http://schemas.microsoft.com/office/drawing/2014/main" id="{43F4C978-46F9-67A4-BE33-BF551196A7A0}"/>
                </a:ext>
              </a:extLst>
            </p:cNvPr>
            <p:cNvSpPr txBox="1"/>
            <p:nvPr/>
          </p:nvSpPr>
          <p:spPr>
            <a:xfrm>
              <a:off x="17332497" y="177656"/>
              <a:ext cx="8606450" cy="769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  <a:tabLst/>
                <a:defRPr/>
              </a:pPr>
              <a:r>
                <a:rPr kumimoji="0" lang="zh-TW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rgbClr val="E21838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Arial"/>
                  <a:sym typeface="Arial"/>
                </a:rPr>
                <a:t>長佑鑽石分會</a:t>
              </a:r>
              <a:endParaRPr kumimoji="0" sz="4400" b="1" i="0" u="none" strike="noStrike" kern="0" cap="none" spc="0" normalizeH="0" baseline="0" noProof="0" dirty="0">
                <a:ln>
                  <a:noFill/>
                </a:ln>
                <a:solidFill>
                  <a:srgbClr val="E21838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Arial"/>
                <a:sym typeface="Arial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0B5033A-F6CA-1660-4236-D5885969C31A}"/>
                </a:ext>
              </a:extLst>
            </p:cNvPr>
            <p:cNvSpPr txBox="1"/>
            <p:nvPr/>
          </p:nvSpPr>
          <p:spPr>
            <a:xfrm>
              <a:off x="15259769" y="947058"/>
              <a:ext cx="1275190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sym typeface="Arial"/>
                </a:rPr>
                <a:t>Chang-You hall of fame diamond chapter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820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17" r:id="rId1"/>
    <p:sldLayoutId id="2147485918" r:id="rId2"/>
    <p:sldLayoutId id="2147485919" r:id="rId3"/>
    <p:sldLayoutId id="2147485920" r:id="rId4"/>
    <p:sldLayoutId id="2147485921" r:id="rId5"/>
    <p:sldLayoutId id="2147485922" r:id="rId6"/>
    <p:sldLayoutId id="2147485923" r:id="rId7"/>
    <p:sldLayoutId id="2147485924" r:id="rId8"/>
    <p:sldLayoutId id="2147485925" r:id="rId9"/>
    <p:sldLayoutId id="2147485926" r:id="rId10"/>
    <p:sldLayoutId id="2147485927" r:id="rId11"/>
    <p:sldLayoutId id="2147485928" r:id="rId12"/>
    <p:sldLayoutId id="2147485929" r:id="rId13"/>
    <p:sldLayoutId id="2147485930" r:id="rId14"/>
    <p:sldLayoutId id="2147485931" r:id="rId15"/>
    <p:sldLayoutId id="2147485932" r:id="rId16"/>
    <p:sldLayoutId id="2147486076" r:id="rId17"/>
    <p:sldLayoutId id="2147486077" r:id="rId18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7F715-A3BE-99A7-DD30-FA13C5B1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8F1AC-83A4-FBD7-99F2-DFB5FC4CF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pic>
        <p:nvPicPr>
          <p:cNvPr id="7" name="Picture 6" descr="A black and red background&#10;&#10;Description automatically generated">
            <a:extLst>
              <a:ext uri="{FF2B5EF4-FFF2-40B4-BE49-F238E27FC236}">
                <a16:creationId xmlns:a16="http://schemas.microsoft.com/office/drawing/2014/main" id="{0DEAF9BE-D8A2-9F50-1C55-2BF99183804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2297" y="11458369"/>
            <a:ext cx="4301706" cy="2257634"/>
          </a:xfrm>
          <a:prstGeom prst="rect">
            <a:avLst/>
          </a:prstGeom>
        </p:spPr>
      </p:pic>
      <p:pic>
        <p:nvPicPr>
          <p:cNvPr id="8" name="Picture 7" descr="A black and red text&#10;&#10;Description automatically generated">
            <a:extLst>
              <a:ext uri="{FF2B5EF4-FFF2-40B4-BE49-F238E27FC236}">
                <a16:creationId xmlns:a16="http://schemas.microsoft.com/office/drawing/2014/main" id="{D849B73A-7019-BC82-70E8-8BEE8FEE3CB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1" y="12067817"/>
            <a:ext cx="5909542" cy="1941482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5123C898-CFB0-B5A3-54F5-F27F71E02B47}"/>
              </a:ext>
            </a:extLst>
          </p:cNvPr>
          <p:cNvGrpSpPr/>
          <p:nvPr/>
        </p:nvGrpSpPr>
        <p:grpSpPr>
          <a:xfrm>
            <a:off x="15259769" y="177656"/>
            <a:ext cx="12751904" cy="1169511"/>
            <a:chOff x="15259769" y="177656"/>
            <a:chExt cx="12751904" cy="1169511"/>
          </a:xfrm>
        </p:grpSpPr>
        <p:sp>
          <p:nvSpPr>
            <p:cNvPr id="5" name="Google Shape;1499;p31">
              <a:extLst>
                <a:ext uri="{FF2B5EF4-FFF2-40B4-BE49-F238E27FC236}">
                  <a16:creationId xmlns:a16="http://schemas.microsoft.com/office/drawing/2014/main" id="{43F4C978-46F9-67A4-BE33-BF551196A7A0}"/>
                </a:ext>
              </a:extLst>
            </p:cNvPr>
            <p:cNvSpPr txBox="1"/>
            <p:nvPr/>
          </p:nvSpPr>
          <p:spPr>
            <a:xfrm>
              <a:off x="17332496" y="177656"/>
              <a:ext cx="8606450" cy="769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  <a:tabLst/>
                <a:defRPr/>
              </a:pPr>
              <a:r>
                <a:rPr kumimoji="0" lang="zh-TW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rgbClr val="E21838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Arial"/>
                  <a:sym typeface="Arial"/>
                </a:rPr>
                <a:t>長佑鑽石分會</a:t>
              </a:r>
              <a:endParaRPr kumimoji="0" sz="4400" b="1" i="0" u="none" strike="noStrike" kern="0" cap="none" spc="0" normalizeH="0" baseline="0" noProof="0" dirty="0">
                <a:ln>
                  <a:noFill/>
                </a:ln>
                <a:solidFill>
                  <a:srgbClr val="E21838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Arial"/>
                <a:sym typeface="Arial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0B5033A-F6CA-1660-4236-D5885969C31A}"/>
                </a:ext>
              </a:extLst>
            </p:cNvPr>
            <p:cNvSpPr txBox="1"/>
            <p:nvPr/>
          </p:nvSpPr>
          <p:spPr>
            <a:xfrm>
              <a:off x="15259769" y="947057"/>
              <a:ext cx="1275190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sym typeface="Arial"/>
                </a:rPr>
                <a:t>Chang-You hall of fame diamond chapter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926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34" r:id="rId1"/>
    <p:sldLayoutId id="2147485935" r:id="rId2"/>
    <p:sldLayoutId id="2147485936" r:id="rId3"/>
    <p:sldLayoutId id="2147485937" r:id="rId4"/>
    <p:sldLayoutId id="2147485938" r:id="rId5"/>
    <p:sldLayoutId id="2147485939" r:id="rId6"/>
    <p:sldLayoutId id="2147485940" r:id="rId7"/>
    <p:sldLayoutId id="2147485941" r:id="rId8"/>
    <p:sldLayoutId id="2147485942" r:id="rId9"/>
    <p:sldLayoutId id="2147485943" r:id="rId10"/>
    <p:sldLayoutId id="2147485944" r:id="rId11"/>
    <p:sldLayoutId id="2147485945" r:id="rId12"/>
    <p:sldLayoutId id="2147485946" r:id="rId13"/>
    <p:sldLayoutId id="2147485947" r:id="rId14"/>
    <p:sldLayoutId id="2147486074" r:id="rId15"/>
    <p:sldLayoutId id="2147486085" r:id="rId16"/>
    <p:sldLayoutId id="2147486086" r:id="rId17"/>
    <p:sldLayoutId id="2147486087" r:id="rId18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0">
            <a:alphaModFix amt="21000"/>
            <a:lum/>
          </a:blip>
          <a:srcRect/>
          <a:stretch>
            <a:fillRect l="5000" r="-3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7F715-A3BE-99A7-DD30-FA13C5B1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5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8F1AC-83A4-FBD7-99F2-DFB5FC4CF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pic>
        <p:nvPicPr>
          <p:cNvPr id="7" name="Picture 6" descr="A black and red background&#10;&#10;Description automatically generated">
            <a:extLst>
              <a:ext uri="{FF2B5EF4-FFF2-40B4-BE49-F238E27FC236}">
                <a16:creationId xmlns:a16="http://schemas.microsoft.com/office/drawing/2014/main" id="{0DEAF9BE-D8A2-9F50-1C55-2BF99183804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2299" y="11458371"/>
            <a:ext cx="4301706" cy="2257634"/>
          </a:xfrm>
          <a:prstGeom prst="rect">
            <a:avLst/>
          </a:prstGeom>
        </p:spPr>
      </p:pic>
      <p:pic>
        <p:nvPicPr>
          <p:cNvPr id="8" name="Picture 7" descr="A black and red text&#10;&#10;Description automatically generated">
            <a:extLst>
              <a:ext uri="{FF2B5EF4-FFF2-40B4-BE49-F238E27FC236}">
                <a16:creationId xmlns:a16="http://schemas.microsoft.com/office/drawing/2014/main" id="{D849B73A-7019-BC82-70E8-8BEE8FEE3CB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3" y="12067819"/>
            <a:ext cx="5909542" cy="1941482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5123C898-CFB0-B5A3-54F5-F27F71E02B47}"/>
              </a:ext>
            </a:extLst>
          </p:cNvPr>
          <p:cNvGrpSpPr/>
          <p:nvPr/>
        </p:nvGrpSpPr>
        <p:grpSpPr>
          <a:xfrm>
            <a:off x="15259770" y="177657"/>
            <a:ext cx="12751904" cy="1169512"/>
            <a:chOff x="15259769" y="177656"/>
            <a:chExt cx="12751904" cy="1169512"/>
          </a:xfrm>
        </p:grpSpPr>
        <p:sp>
          <p:nvSpPr>
            <p:cNvPr id="5" name="Google Shape;1499;p31">
              <a:extLst>
                <a:ext uri="{FF2B5EF4-FFF2-40B4-BE49-F238E27FC236}">
                  <a16:creationId xmlns:a16="http://schemas.microsoft.com/office/drawing/2014/main" id="{43F4C978-46F9-67A4-BE33-BF551196A7A0}"/>
                </a:ext>
              </a:extLst>
            </p:cNvPr>
            <p:cNvSpPr txBox="1"/>
            <p:nvPr/>
          </p:nvSpPr>
          <p:spPr>
            <a:xfrm>
              <a:off x="17332497" y="177656"/>
              <a:ext cx="8606450" cy="769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  <a:tabLst/>
                <a:defRPr/>
              </a:pPr>
              <a:r>
                <a:rPr kumimoji="0" lang="zh-TW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rgbClr val="E21838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Arial"/>
                  <a:sym typeface="Arial"/>
                </a:rPr>
                <a:t>長佑鑽石分會</a:t>
              </a:r>
              <a:endParaRPr kumimoji="0" sz="4400" b="1" i="0" u="none" strike="noStrike" kern="0" cap="none" spc="0" normalizeH="0" baseline="0" noProof="0" dirty="0">
                <a:ln>
                  <a:noFill/>
                </a:ln>
                <a:solidFill>
                  <a:srgbClr val="E21838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Arial"/>
                <a:sym typeface="Arial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0B5033A-F6CA-1660-4236-D5885969C31A}"/>
                </a:ext>
              </a:extLst>
            </p:cNvPr>
            <p:cNvSpPr txBox="1"/>
            <p:nvPr/>
          </p:nvSpPr>
          <p:spPr>
            <a:xfrm>
              <a:off x="15259769" y="947058"/>
              <a:ext cx="1275190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sym typeface="Arial"/>
                </a:rPr>
                <a:t>Chang-You hall of fame diamond chapter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0771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49" r:id="rId1"/>
    <p:sldLayoutId id="2147485950" r:id="rId2"/>
    <p:sldLayoutId id="2147485951" r:id="rId3"/>
    <p:sldLayoutId id="2147485952" r:id="rId4"/>
    <p:sldLayoutId id="2147485953" r:id="rId5"/>
    <p:sldLayoutId id="2147485954" r:id="rId6"/>
    <p:sldLayoutId id="2147485955" r:id="rId7"/>
    <p:sldLayoutId id="2147485956" r:id="rId8"/>
    <p:sldLayoutId id="2147485957" r:id="rId9"/>
    <p:sldLayoutId id="2147485958" r:id="rId10"/>
    <p:sldLayoutId id="2147485959" r:id="rId11"/>
    <p:sldLayoutId id="2147485960" r:id="rId12"/>
    <p:sldLayoutId id="2147485961" r:id="rId13"/>
    <p:sldLayoutId id="2147485962" r:id="rId14"/>
    <p:sldLayoutId id="2147485963" r:id="rId15"/>
    <p:sldLayoutId id="2147486075" r:id="rId16"/>
    <p:sldLayoutId id="2147486083" r:id="rId17"/>
    <p:sldLayoutId id="2147486084" r:id="rId18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1F4D2F6-6CBD-686A-98DC-D26BBF09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613E75-10B9-E226-5349-540D935D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65021D-2EF5-C7B7-3D0F-9F4CD932A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81356-EA7C-C349-B123-11E95C8C97A8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BEA873-A386-2ECD-F0C1-D4A2C5281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3F7CBE-E28D-35B6-3199-D4EBEE635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8B723-84EB-704D-855C-539107C39EDA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Picture 2" descr="A white tunnel with light streaks&#10;&#10;AI-generated content may be incorrect.">
            <a:extLst>
              <a:ext uri="{FF2B5EF4-FFF2-40B4-BE49-F238E27FC236}">
                <a16:creationId xmlns:a16="http://schemas.microsoft.com/office/drawing/2014/main" id="{0F401609-C70D-99F2-244E-3ECEB8F19F4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0BCDFA8B-EC40-06DF-E05A-017FC2E79E4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36194" y="11626692"/>
            <a:ext cx="4066948" cy="2129732"/>
          </a:xfrm>
          <a:prstGeom prst="rect">
            <a:avLst/>
          </a:prstGeom>
        </p:spPr>
      </p:pic>
      <p:pic>
        <p:nvPicPr>
          <p:cNvPr id="11" name="Picture 4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3C34C37D-733E-2FB6-F3E1-1974D43E825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75" b="38319"/>
          <a:stretch>
            <a:fillRect/>
          </a:stretch>
        </p:blipFill>
        <p:spPr>
          <a:xfrm>
            <a:off x="0" y="12111486"/>
            <a:ext cx="6326936" cy="14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5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99" r:id="rId1"/>
    <p:sldLayoutId id="2147486000" r:id="rId2"/>
    <p:sldLayoutId id="2147486001" r:id="rId3"/>
    <p:sldLayoutId id="2147486002" r:id="rId4"/>
    <p:sldLayoutId id="2147486003" r:id="rId5"/>
    <p:sldLayoutId id="2147486004" r:id="rId6"/>
    <p:sldLayoutId id="2147486005" r:id="rId7"/>
    <p:sldLayoutId id="2147486006" r:id="rId8"/>
    <p:sldLayoutId id="2147486007" r:id="rId9"/>
    <p:sldLayoutId id="2147486008" r:id="rId10"/>
    <p:sldLayoutId id="2147486009" r:id="rId11"/>
    <p:sldLayoutId id="2147486010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0037946-589E-16AE-944A-7B0F5EBC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6053D6-C754-EDCA-AEB1-7631633EC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271F29-CD42-8954-0FB4-BA85E7435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AB088-57B0-754B-9D66-47CAE0A49551}" type="datetimeFigureOut">
              <a:rPr kumimoji="1" lang="zh-TW" altLang="en-US" smtClean="0"/>
              <a:t>2026/9/27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ABFE36-2DB0-1CA9-CAFF-E5D89A51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80DB40-81BD-203E-FE1A-0DE945B66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E640E-E50B-8046-A713-5774FEF6C84B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Picture 6" descr="A black and red background&#10;&#10;Description automatically generated">
            <a:extLst>
              <a:ext uri="{FF2B5EF4-FFF2-40B4-BE49-F238E27FC236}">
                <a16:creationId xmlns:a16="http://schemas.microsoft.com/office/drawing/2014/main" id="{5EC1218C-96F8-303C-A226-2DD700B493E3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2295" y="11458367"/>
            <a:ext cx="4301706" cy="2257634"/>
          </a:xfrm>
          <a:prstGeom prst="rect">
            <a:avLst/>
          </a:prstGeom>
        </p:spPr>
      </p:pic>
      <p:grpSp>
        <p:nvGrpSpPr>
          <p:cNvPr id="8" name="Group 9">
            <a:extLst>
              <a:ext uri="{FF2B5EF4-FFF2-40B4-BE49-F238E27FC236}">
                <a16:creationId xmlns:a16="http://schemas.microsoft.com/office/drawing/2014/main" id="{79D264D9-B35C-777E-1F95-1CA3E92DD692}"/>
              </a:ext>
            </a:extLst>
          </p:cNvPr>
          <p:cNvGrpSpPr/>
          <p:nvPr userDrawn="1"/>
        </p:nvGrpSpPr>
        <p:grpSpPr>
          <a:xfrm>
            <a:off x="394222" y="12178382"/>
            <a:ext cx="5747776" cy="1344996"/>
            <a:chOff x="197111" y="6089191"/>
            <a:chExt cx="2873888" cy="672498"/>
          </a:xfrm>
        </p:grpSpPr>
        <p:pic>
          <p:nvPicPr>
            <p:cNvPr id="9" name="Picture 4" descr="A red and black letter&#10;&#10;AI-generated content may be incorrect.">
              <a:extLst>
                <a:ext uri="{FF2B5EF4-FFF2-40B4-BE49-F238E27FC236}">
                  <a16:creationId xmlns:a16="http://schemas.microsoft.com/office/drawing/2014/main" id="{C61DD405-ADF5-D49A-CB78-4AF302F0D0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11" y="6389802"/>
              <a:ext cx="881192" cy="338106"/>
            </a:xfrm>
            <a:prstGeom prst="rect">
              <a:avLst/>
            </a:prstGeom>
          </p:spPr>
        </p:pic>
        <p:pic>
          <p:nvPicPr>
            <p:cNvPr id="10" name="Picture 8" descr="A black background with red text&#10;&#10;AI-generated content may be incorrect.">
              <a:extLst>
                <a:ext uri="{FF2B5EF4-FFF2-40B4-BE49-F238E27FC236}">
                  <a16:creationId xmlns:a16="http://schemas.microsoft.com/office/drawing/2014/main" id="{E7103406-8153-75AC-25B2-319CD647B0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34" t="33196" r="13680" b="35670"/>
            <a:stretch>
              <a:fillRect/>
            </a:stretch>
          </p:blipFill>
          <p:spPr>
            <a:xfrm>
              <a:off x="1130059" y="6089191"/>
              <a:ext cx="1940940" cy="6724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801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12" r:id="rId1"/>
    <p:sldLayoutId id="2147486013" r:id="rId2"/>
    <p:sldLayoutId id="2147486014" r:id="rId3"/>
    <p:sldLayoutId id="2147486015" r:id="rId4"/>
    <p:sldLayoutId id="2147486016" r:id="rId5"/>
    <p:sldLayoutId id="2147486017" r:id="rId6"/>
    <p:sldLayoutId id="2147486018" r:id="rId7"/>
    <p:sldLayoutId id="2147486019" r:id="rId8"/>
    <p:sldLayoutId id="2147486020" r:id="rId9"/>
    <p:sldLayoutId id="2147486021" r:id="rId10"/>
    <p:sldLayoutId id="2147486022" r:id="rId11"/>
    <p:sldLayoutId id="2147486078" r:id="rId12"/>
    <p:sldLayoutId id="2147486079" r:id="rId13"/>
    <p:sldLayoutId id="2147486080" r:id="rId14"/>
    <p:sldLayoutId id="2147486081" r:id="rId15"/>
    <p:sldLayoutId id="2147486082" r:id="rId16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7"/>
          <p:cNvSpPr txBox="1"/>
          <p:nvPr/>
        </p:nvSpPr>
        <p:spPr>
          <a:xfrm>
            <a:off x="97792" y="4721858"/>
            <a:ext cx="24194772" cy="363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3000"/>
              <a:buFont typeface="Arial"/>
              <a:buNone/>
            </a:pPr>
            <a:r>
              <a:rPr lang="zh-TW" sz="23000" b="1" i="0" u="none" strike="noStrike" cap="none" dirty="0">
                <a:solidFill>
                  <a:srgbClr val="D01D3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Arial"/>
              </a:rPr>
              <a:t>3分鐘教育培訓</a:t>
            </a:r>
            <a:endParaRPr dirty="0">
              <a:solidFill>
                <a:srgbClr val="D01D3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CA1908-823B-5D4D-9E18-AC45671E5361}"/>
              </a:ext>
            </a:extLst>
          </p:cNvPr>
          <p:cNvSpPr txBox="1"/>
          <p:nvPr/>
        </p:nvSpPr>
        <p:spPr>
          <a:xfrm>
            <a:off x="-365760" y="612648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232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97"/>
          <p:cNvSpPr txBox="1"/>
          <p:nvPr/>
        </p:nvSpPr>
        <p:spPr>
          <a:xfrm>
            <a:off x="43847" y="-98998"/>
            <a:ext cx="24377650" cy="2449407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1A35"/>
              </a:buClr>
              <a:buSzPts val="16000"/>
              <a:buFont typeface="Arial"/>
              <a:buNone/>
              <a:tabLst/>
              <a:defRPr/>
            </a:pPr>
            <a:endParaRPr kumimoji="0" sz="16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573" name="Google Shape;2573;p97"/>
          <p:cNvSpPr/>
          <p:nvPr/>
        </p:nvSpPr>
        <p:spPr>
          <a:xfrm>
            <a:off x="-1" y="1301812"/>
            <a:ext cx="7154870" cy="5853836"/>
          </a:xfrm>
          <a:prstGeom prst="flowChartDelay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574" name="Google Shape;2574;p97"/>
          <p:cNvSpPr/>
          <p:nvPr/>
        </p:nvSpPr>
        <p:spPr>
          <a:xfrm>
            <a:off x="4091" y="1295636"/>
            <a:ext cx="6513190" cy="5853836"/>
          </a:xfrm>
          <a:prstGeom prst="flowChartDelay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575" name="Google Shape;2575;p97"/>
          <p:cNvSpPr txBox="1"/>
          <p:nvPr/>
        </p:nvSpPr>
        <p:spPr>
          <a:xfrm>
            <a:off x="1" y="-31530"/>
            <a:ext cx="24377650" cy="2211400"/>
          </a:xfrm>
          <a:prstGeom prst="rect">
            <a:avLst/>
          </a:prstGeom>
          <a:solidFill>
            <a:srgbClr val="CF152D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0"/>
              <a:buFont typeface="Arial"/>
              <a:buNone/>
              <a:tabLst/>
              <a:defRPr/>
            </a:pPr>
            <a:r>
              <a:rPr lang="en-US" altLang="zh-TW" sz="14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r>
              <a:rPr lang="zh-TW" altLang="en-US" sz="14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分鐘教育培訓</a:t>
            </a:r>
            <a:endParaRPr kumimoji="0" lang="zh-TW" altLang="en-US" sz="14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2576" name="Google Shape;2576;p97"/>
          <p:cNvGrpSpPr/>
          <p:nvPr/>
        </p:nvGrpSpPr>
        <p:grpSpPr>
          <a:xfrm>
            <a:off x="0" y="3610694"/>
            <a:ext cx="6435830" cy="2381290"/>
            <a:chOff x="7632470" y="-47625"/>
            <a:chExt cx="6400343" cy="1190645"/>
          </a:xfrm>
        </p:grpSpPr>
        <p:sp>
          <p:nvSpPr>
            <p:cNvPr id="2577" name="Google Shape;2577;p97"/>
            <p:cNvSpPr txBox="1"/>
            <p:nvPr/>
          </p:nvSpPr>
          <p:spPr>
            <a:xfrm>
              <a:off x="7748395" y="-47625"/>
              <a:ext cx="6284418" cy="600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7200"/>
                <a:buFont typeface="Microsoft YaHei"/>
                <a:buNone/>
                <a:tabLst/>
                <a:defRPr/>
              </a:pPr>
              <a:r>
                <a:rPr kumimoji="0" lang="zh-TW" altLang="en-US" sz="7200" b="1" i="0" u="none" strike="noStrike" kern="0" cap="none" spc="0" normalizeH="0" baseline="0" noProof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Microsoft YaHei"/>
                  <a:ea typeface="Microsoft YaHei"/>
                  <a:cs typeface="Microsoft YaHei"/>
                  <a:sym typeface="Microsoft YaHei"/>
                </a:rPr>
                <a:t>長佑鑽石分會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2578" name="Google Shape;2578;p97"/>
            <p:cNvCxnSpPr/>
            <p:nvPr/>
          </p:nvCxnSpPr>
          <p:spPr>
            <a:xfrm>
              <a:off x="7851971" y="584775"/>
              <a:ext cx="5494184" cy="13931"/>
            </a:xfrm>
            <a:prstGeom prst="straightConnector1">
              <a:avLst/>
            </a:prstGeom>
            <a:noFill/>
            <a:ln w="76200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579" name="Google Shape;2579;p97"/>
            <p:cNvSpPr txBox="1"/>
            <p:nvPr/>
          </p:nvSpPr>
          <p:spPr>
            <a:xfrm>
              <a:off x="7632470" y="665966"/>
              <a:ext cx="6091327" cy="477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5600"/>
                <a:buFont typeface="Microsoft YaHei"/>
                <a:buNone/>
                <a:tabLst/>
                <a:defRPr/>
              </a:pPr>
              <a:r>
                <a:rPr kumimoji="0" lang="zh-TW" altLang="en-US" sz="5600" b="1" i="0" u="none" strike="noStrike" kern="0" cap="none" spc="0" normalizeH="0" baseline="0" noProof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Microsoft YaHei"/>
                  <a:ea typeface="Microsoft YaHei"/>
                  <a:cs typeface="Microsoft YaHei"/>
                  <a:sym typeface="Microsoft YaHei"/>
                </a:rPr>
                <a:t>登峰造極 成就雙贏</a:t>
              </a:r>
              <a:endParaRPr kumimoji="0" sz="56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2580" name="Google Shape;2580;p97"/>
          <p:cNvSpPr/>
          <p:nvPr/>
        </p:nvSpPr>
        <p:spPr>
          <a:xfrm>
            <a:off x="9675646" y="8014972"/>
            <a:ext cx="14751514" cy="508058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p97"/>
          <p:cNvSpPr/>
          <p:nvPr/>
        </p:nvSpPr>
        <p:spPr>
          <a:xfrm>
            <a:off x="10107582" y="7743631"/>
            <a:ext cx="14319578" cy="5080586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2" name="Google Shape;2582;p97"/>
          <p:cNvCxnSpPr/>
          <p:nvPr/>
        </p:nvCxnSpPr>
        <p:spPr>
          <a:xfrm>
            <a:off x="15031657" y="10625871"/>
            <a:ext cx="4471427" cy="0"/>
          </a:xfrm>
          <a:prstGeom prst="straightConnector1">
            <a:avLst/>
          </a:prstGeom>
          <a:noFill/>
          <a:ln w="57150" cap="flat" cmpd="sng">
            <a:solidFill>
              <a:srgbClr val="CF203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240;p27">
            <a:extLst>
              <a:ext uri="{FF2B5EF4-FFF2-40B4-BE49-F238E27FC236}">
                <a16:creationId xmlns:a16="http://schemas.microsoft.com/office/drawing/2014/main" id="{9943C424-94A1-845D-EE3E-E54091DD063B}"/>
              </a:ext>
            </a:extLst>
          </p:cNvPr>
          <p:cNvSpPr/>
          <p:nvPr/>
        </p:nvSpPr>
        <p:spPr>
          <a:xfrm>
            <a:off x="10107582" y="7743631"/>
            <a:ext cx="14319578" cy="5080586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241;p27">
            <a:extLst>
              <a:ext uri="{FF2B5EF4-FFF2-40B4-BE49-F238E27FC236}">
                <a16:creationId xmlns:a16="http://schemas.microsoft.com/office/drawing/2014/main" id="{1EE9EE08-DF58-5D3F-3EC0-1BEA60E7BB20}"/>
              </a:ext>
            </a:extLst>
          </p:cNvPr>
          <p:cNvSpPr txBox="1"/>
          <p:nvPr/>
        </p:nvSpPr>
        <p:spPr>
          <a:xfrm>
            <a:off x="10720705" y="10380461"/>
            <a:ext cx="13448499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Microsoft YaHei"/>
              <a:buNone/>
              <a:tabLst/>
              <a:defRPr/>
            </a:pPr>
            <a:r>
              <a:rPr kumimoji="0" lang="zh-TW" altLang="en-US" sz="1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雷文鳳  </a:t>
            </a:r>
            <a:r>
              <a:rPr kumimoji="0" lang="zh-TW" altLang="en-US" sz="10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夏威夷餐盒</a:t>
            </a:r>
            <a:endParaRPr kumimoji="0" sz="10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5" name="Google Shape;1242;p27">
            <a:extLst>
              <a:ext uri="{FF2B5EF4-FFF2-40B4-BE49-F238E27FC236}">
                <a16:creationId xmlns:a16="http://schemas.microsoft.com/office/drawing/2014/main" id="{644798F6-B24F-69EB-FD25-6B8858612020}"/>
              </a:ext>
            </a:extLst>
          </p:cNvPr>
          <p:cNvSpPr txBox="1"/>
          <p:nvPr/>
        </p:nvSpPr>
        <p:spPr>
          <a:xfrm>
            <a:off x="10720703" y="8315643"/>
            <a:ext cx="11478897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Microsoft YaHei"/>
              <a:buNone/>
              <a:tabLst/>
              <a:defRPr/>
            </a:pPr>
            <a:r>
              <a:rPr kumimoji="0" lang="zh-TW" altLang="en-US" sz="1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教育協調員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6" name="Google Shape;1243;p27">
            <a:extLst>
              <a:ext uri="{FF2B5EF4-FFF2-40B4-BE49-F238E27FC236}">
                <a16:creationId xmlns:a16="http://schemas.microsoft.com/office/drawing/2014/main" id="{41AB0C91-8AB8-3A44-2EE7-9B344479893C}"/>
              </a:ext>
            </a:extLst>
          </p:cNvPr>
          <p:cNvCxnSpPr/>
          <p:nvPr/>
        </p:nvCxnSpPr>
        <p:spPr>
          <a:xfrm>
            <a:off x="10920094" y="10327697"/>
            <a:ext cx="7162521" cy="52764"/>
          </a:xfrm>
          <a:prstGeom prst="straightConnector1">
            <a:avLst/>
          </a:prstGeom>
          <a:noFill/>
          <a:ln w="571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83" name="Google Shape;2583;p97"/>
          <p:cNvSpPr/>
          <p:nvPr/>
        </p:nvSpPr>
        <p:spPr>
          <a:xfrm>
            <a:off x="10845049" y="6928309"/>
            <a:ext cx="6684195" cy="1282526"/>
          </a:xfrm>
          <a:prstGeom prst="rect">
            <a:avLst/>
          </a:prstGeom>
          <a:solidFill>
            <a:srgbClr val="CF2030"/>
          </a:solidFill>
          <a:ln>
            <a:noFill/>
          </a:ln>
          <a:effectLst>
            <a:outerShdw blurRad="254000" dist="635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384000" tIns="45700" rIns="3840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Microsoft YaHei"/>
              <a:buNone/>
              <a:tabLst/>
              <a:defRPr/>
            </a:pPr>
            <a:r>
              <a:rPr kumimoji="0" lang="zh-TW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長佑第 </a:t>
            </a:r>
            <a:r>
              <a:rPr kumimoji="0" lang="en-US" altLang="zh-TW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23 </a:t>
            </a:r>
            <a:r>
              <a:rPr kumimoji="0" lang="zh-TW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會期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85" name="Google Shape;2585;p97" descr="一張含有 黑暗, 塑膠 的圖片&#10;&#10;自動產生的描述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509424">
            <a:off x="9345827" y="5964293"/>
            <a:ext cx="2858583" cy="214393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41;p27">
            <a:extLst>
              <a:ext uri="{FF2B5EF4-FFF2-40B4-BE49-F238E27FC236}">
                <a16:creationId xmlns:a16="http://schemas.microsoft.com/office/drawing/2014/main" id="{09750B6F-24E5-290A-CD80-E22F8FE35CD3}"/>
              </a:ext>
            </a:extLst>
          </p:cNvPr>
          <p:cNvSpPr txBox="1"/>
          <p:nvPr/>
        </p:nvSpPr>
        <p:spPr>
          <a:xfrm>
            <a:off x="10142003" y="3426230"/>
            <a:ext cx="13535215" cy="171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TW" sz="8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XXXXXXX</a:t>
            </a:r>
            <a:endParaRPr lang="zh-TW" altLang="en-US" sz="8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E58EF2-F4E2-0048-BFD1-8E0F7FAA1E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0873"/>
          <a:stretch/>
        </p:blipFill>
        <p:spPr>
          <a:xfrm>
            <a:off x="3175973" y="4250502"/>
            <a:ext cx="6121400" cy="792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81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1713822-788F-7149-9C2A-C45B0FC18D67}"/>
              </a:ext>
            </a:extLst>
          </p:cNvPr>
          <p:cNvSpPr txBox="1"/>
          <p:nvPr/>
        </p:nvSpPr>
        <p:spPr>
          <a:xfrm>
            <a:off x="681926" y="1154411"/>
            <a:ext cx="23270274" cy="171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20000"/>
              </a:lnSpc>
              <a:defRPr sz="8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r>
              <a:rPr lang="en-US" altLang="zh-TW" dirty="0"/>
              <a:t>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1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5;g3b6ddbe3a2e_0_27">
            <a:extLst>
              <a:ext uri="{FF2B5EF4-FFF2-40B4-BE49-F238E27FC236}">
                <a16:creationId xmlns:a16="http://schemas.microsoft.com/office/drawing/2014/main" id="{5E7AD528-F6C7-5748-B3EC-89D69B734DA8}"/>
              </a:ext>
            </a:extLst>
          </p:cNvPr>
          <p:cNvSpPr txBox="1"/>
          <p:nvPr/>
        </p:nvSpPr>
        <p:spPr>
          <a:xfrm>
            <a:off x="1101569" y="1038621"/>
            <a:ext cx="22129133" cy="171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800" b="1" dirty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哪裡可以找到</a:t>
            </a:r>
            <a:r>
              <a:rPr lang="en-US" altLang="zh-TW" sz="8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XXXXX</a:t>
            </a:r>
            <a:r>
              <a:rPr lang="zh-CN" altLang="en-US" sz="8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？</a:t>
            </a:r>
            <a:endParaRPr sz="8800" b="1" dirty="0">
              <a:solidFill>
                <a:schemeClr val="tx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5" name="Google Shape;157;g3b6ddbe3a2e_0_32">
            <a:extLst>
              <a:ext uri="{FF2B5EF4-FFF2-40B4-BE49-F238E27FC236}">
                <a16:creationId xmlns:a16="http://schemas.microsoft.com/office/drawing/2014/main" id="{5E1E6FFD-A86F-024C-A86D-DB71EAB23668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11" b="91777" l="5969" r="93933">
                        <a14:foregroundMark x1="63894" y1="67841" x2="65068" y2="79883"/>
                        <a14:foregroundMark x1="65068" y1="79883" x2="70744" y2="70925"/>
                        <a14:foregroundMark x1="70744" y1="70925" x2="76908" y2="77533"/>
                        <a14:foregroundMark x1="76908" y1="77533" x2="69863" y2="81351"/>
                        <a14:foregroundMark x1="69863" y1="81351" x2="72309" y2="91777"/>
                        <a14:foregroundMark x1="72309" y1="91777" x2="65068" y2="95154"/>
                        <a14:foregroundMark x1="65068" y1="95154" x2="56849" y2="95154"/>
                        <a14:foregroundMark x1="56849" y1="95154" x2="65460" y2="90602"/>
                        <a14:foregroundMark x1="65460" y1="90602" x2="72896" y2="91777"/>
                        <a14:foregroundMark x1="72896" y1="91777" x2="67221" y2="84141"/>
                        <a14:foregroundMark x1="67221" y1="84141" x2="67319" y2="77386"/>
                        <a14:foregroundMark x1="37573" y1="10720" x2="41292" y2="11013"/>
                        <a14:foregroundMark x1="37867" y1="9251" x2="41781" y2="10426"/>
                        <a14:foregroundMark x1="36399" y1="49780" x2="34540" y2="58443"/>
                        <a14:foregroundMark x1="84051" y1="27166" x2="87671" y2="17327"/>
                        <a14:foregroundMark x1="87671" y1="17327" x2="94031" y2="22761"/>
                        <a14:foregroundMark x1="94031" y1="22761" x2="97358" y2="44200"/>
                        <a14:foregroundMark x1="97358" y1="44200" x2="94129" y2="65932"/>
                        <a14:foregroundMark x1="94129" y1="65932" x2="88552" y2="58590"/>
                        <a14:foregroundMark x1="88552" y1="58590" x2="84051" y2="27460"/>
                        <a14:foregroundMark x1="5969" y1="31571" x2="6458" y2="42438"/>
                        <a14:foregroundMark x1="6458" y1="42438" x2="12133" y2="35095"/>
                        <a14:foregroundMark x1="12133" y1="35095" x2="7436" y2="45962"/>
                        <a14:foregroundMark x1="5969" y1="33774" x2="6458" y2="31571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522396" y="3788924"/>
            <a:ext cx="13339208" cy="8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2A13DBC-A68D-0541-864C-D23A0902B295}"/>
              </a:ext>
            </a:extLst>
          </p:cNvPr>
          <p:cNvSpPr/>
          <p:nvPr/>
        </p:nvSpPr>
        <p:spPr>
          <a:xfrm>
            <a:off x="5841858" y="4308528"/>
            <a:ext cx="13339208" cy="8368852"/>
          </a:xfrm>
          <a:prstGeom prst="roundRect">
            <a:avLst/>
          </a:prstGeom>
          <a:solidFill>
            <a:srgbClr val="FFFFFF">
              <a:alpha val="5960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pic>
        <p:nvPicPr>
          <p:cNvPr id="8" name="Graphic 7" descr="Question mark">
            <a:extLst>
              <a:ext uri="{FF2B5EF4-FFF2-40B4-BE49-F238E27FC236}">
                <a16:creationId xmlns:a16="http://schemas.microsoft.com/office/drawing/2014/main" id="{D0A96064-E6AB-D449-81F6-D3989B8265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99960" y="4971742"/>
            <a:ext cx="5784080" cy="5784080"/>
          </a:xfrm>
          <a:prstGeom prst="rect">
            <a:avLst/>
          </a:prstGeom>
        </p:spPr>
      </p:pic>
      <p:sp>
        <p:nvSpPr>
          <p:cNvPr id="9" name="Cloud 8">
            <a:extLst>
              <a:ext uri="{FF2B5EF4-FFF2-40B4-BE49-F238E27FC236}">
                <a16:creationId xmlns:a16="http://schemas.microsoft.com/office/drawing/2014/main" id="{E3203799-DEDB-2D4D-9A78-B2E7FD697CA7}"/>
              </a:ext>
            </a:extLst>
          </p:cNvPr>
          <p:cNvSpPr/>
          <p:nvPr/>
        </p:nvSpPr>
        <p:spPr>
          <a:xfrm rot="11075665">
            <a:off x="3911364" y="2923999"/>
            <a:ext cx="16561272" cy="10452854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0462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A2176E-2ED1-454A-9F4A-2FBA4A3B69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9" r="3161"/>
          <a:stretch/>
        </p:blipFill>
        <p:spPr>
          <a:xfrm>
            <a:off x="0" y="1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5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5;g3b6ddbe3a2e_0_27">
            <a:extLst>
              <a:ext uri="{FF2B5EF4-FFF2-40B4-BE49-F238E27FC236}">
                <a16:creationId xmlns:a16="http://schemas.microsoft.com/office/drawing/2014/main" id="{5E7AD528-F6C7-5748-B3EC-89D69B734DA8}"/>
              </a:ext>
            </a:extLst>
          </p:cNvPr>
          <p:cNvSpPr txBox="1"/>
          <p:nvPr/>
        </p:nvSpPr>
        <p:spPr>
          <a:xfrm>
            <a:off x="1101569" y="1038621"/>
            <a:ext cx="22129133" cy="171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800" b="1" dirty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案例分享</a:t>
            </a:r>
            <a:r>
              <a:rPr lang="zh-TW" altLang="en-US" sz="8800" b="1" dirty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lang="en-US" altLang="zh-TW" sz="8800" b="1" dirty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XXXXX</a:t>
            </a:r>
            <a:endParaRPr lang="en-US" altLang="zh-CN" sz="8800" b="1" dirty="0">
              <a:solidFill>
                <a:schemeClr val="tx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81412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97"/>
          <p:cNvSpPr txBox="1"/>
          <p:nvPr/>
        </p:nvSpPr>
        <p:spPr>
          <a:xfrm>
            <a:off x="43847" y="-98998"/>
            <a:ext cx="24377650" cy="2449407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1A35"/>
              </a:buClr>
              <a:buSzPts val="16000"/>
              <a:buFont typeface="Arial"/>
              <a:buNone/>
              <a:tabLst/>
              <a:defRPr/>
            </a:pPr>
            <a:endParaRPr kumimoji="0" sz="16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573" name="Google Shape;2573;p97"/>
          <p:cNvSpPr/>
          <p:nvPr/>
        </p:nvSpPr>
        <p:spPr>
          <a:xfrm>
            <a:off x="-1" y="1301812"/>
            <a:ext cx="7154870" cy="5853836"/>
          </a:xfrm>
          <a:prstGeom prst="flowChartDelay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574" name="Google Shape;2574;p97"/>
          <p:cNvSpPr/>
          <p:nvPr/>
        </p:nvSpPr>
        <p:spPr>
          <a:xfrm>
            <a:off x="4091" y="1295636"/>
            <a:ext cx="6513190" cy="5853836"/>
          </a:xfrm>
          <a:prstGeom prst="flowChartDelay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575" name="Google Shape;2575;p97"/>
          <p:cNvSpPr txBox="1"/>
          <p:nvPr/>
        </p:nvSpPr>
        <p:spPr>
          <a:xfrm>
            <a:off x="1" y="-31530"/>
            <a:ext cx="24377650" cy="2211400"/>
          </a:xfrm>
          <a:prstGeom prst="rect">
            <a:avLst/>
          </a:prstGeom>
          <a:solidFill>
            <a:srgbClr val="CF152D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0"/>
              <a:buFont typeface="Arial"/>
              <a:buNone/>
              <a:tabLst/>
              <a:defRPr/>
            </a:pPr>
            <a:r>
              <a:rPr lang="en-US" altLang="zh-TW" sz="14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r>
              <a:rPr lang="zh-TW" altLang="en-US" sz="14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分鐘教育培訓</a:t>
            </a:r>
            <a:endParaRPr kumimoji="0" lang="zh-TW" altLang="en-US" sz="14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2576" name="Google Shape;2576;p97"/>
          <p:cNvGrpSpPr/>
          <p:nvPr/>
        </p:nvGrpSpPr>
        <p:grpSpPr>
          <a:xfrm>
            <a:off x="0" y="3610694"/>
            <a:ext cx="6435830" cy="2381290"/>
            <a:chOff x="7632470" y="-47625"/>
            <a:chExt cx="6400343" cy="1190645"/>
          </a:xfrm>
        </p:grpSpPr>
        <p:sp>
          <p:nvSpPr>
            <p:cNvPr id="2577" name="Google Shape;2577;p97"/>
            <p:cNvSpPr txBox="1"/>
            <p:nvPr/>
          </p:nvSpPr>
          <p:spPr>
            <a:xfrm>
              <a:off x="7748395" y="-47625"/>
              <a:ext cx="6284418" cy="600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7200"/>
                <a:buFont typeface="Microsoft YaHei"/>
                <a:buNone/>
                <a:tabLst/>
                <a:defRPr/>
              </a:pPr>
              <a:r>
                <a:rPr kumimoji="0" lang="zh-TW" altLang="en-US" sz="7200" b="1" i="0" u="none" strike="noStrike" kern="0" cap="none" spc="0" normalizeH="0" baseline="0" noProof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Microsoft YaHei"/>
                  <a:ea typeface="Microsoft YaHei"/>
                  <a:cs typeface="Microsoft YaHei"/>
                  <a:sym typeface="Microsoft YaHei"/>
                </a:rPr>
                <a:t>長佑鑽石分會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2578" name="Google Shape;2578;p97"/>
            <p:cNvCxnSpPr/>
            <p:nvPr/>
          </p:nvCxnSpPr>
          <p:spPr>
            <a:xfrm>
              <a:off x="7851971" y="584775"/>
              <a:ext cx="5494184" cy="13931"/>
            </a:xfrm>
            <a:prstGeom prst="straightConnector1">
              <a:avLst/>
            </a:prstGeom>
            <a:noFill/>
            <a:ln w="76200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579" name="Google Shape;2579;p97"/>
            <p:cNvSpPr txBox="1"/>
            <p:nvPr/>
          </p:nvSpPr>
          <p:spPr>
            <a:xfrm>
              <a:off x="7632470" y="665966"/>
              <a:ext cx="6091327" cy="477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5600"/>
                <a:buFont typeface="Microsoft YaHei"/>
                <a:buNone/>
                <a:tabLst/>
                <a:defRPr/>
              </a:pPr>
              <a:r>
                <a:rPr kumimoji="0" lang="zh-TW" altLang="en-US" sz="5600" b="1" i="0" u="none" strike="noStrike" kern="0" cap="none" spc="0" normalizeH="0" baseline="0" noProof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Microsoft YaHei"/>
                  <a:ea typeface="Microsoft YaHei"/>
                  <a:cs typeface="Microsoft YaHei"/>
                  <a:sym typeface="Microsoft YaHei"/>
                </a:rPr>
                <a:t>登峰造極 成就雙贏</a:t>
              </a:r>
              <a:endParaRPr kumimoji="0" sz="56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2580" name="Google Shape;2580;p97"/>
          <p:cNvSpPr/>
          <p:nvPr/>
        </p:nvSpPr>
        <p:spPr>
          <a:xfrm>
            <a:off x="9675646" y="8014972"/>
            <a:ext cx="14751514" cy="508058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p97"/>
          <p:cNvSpPr/>
          <p:nvPr/>
        </p:nvSpPr>
        <p:spPr>
          <a:xfrm>
            <a:off x="10107582" y="7743631"/>
            <a:ext cx="14319578" cy="5080586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2" name="Google Shape;2582;p97"/>
          <p:cNvCxnSpPr/>
          <p:nvPr/>
        </p:nvCxnSpPr>
        <p:spPr>
          <a:xfrm>
            <a:off x="15031657" y="10625871"/>
            <a:ext cx="4471427" cy="0"/>
          </a:xfrm>
          <a:prstGeom prst="straightConnector1">
            <a:avLst/>
          </a:prstGeom>
          <a:noFill/>
          <a:ln w="57150" cap="flat" cmpd="sng">
            <a:solidFill>
              <a:srgbClr val="CF203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240;p27">
            <a:extLst>
              <a:ext uri="{FF2B5EF4-FFF2-40B4-BE49-F238E27FC236}">
                <a16:creationId xmlns:a16="http://schemas.microsoft.com/office/drawing/2014/main" id="{9943C424-94A1-845D-EE3E-E54091DD063B}"/>
              </a:ext>
            </a:extLst>
          </p:cNvPr>
          <p:cNvSpPr/>
          <p:nvPr/>
        </p:nvSpPr>
        <p:spPr>
          <a:xfrm>
            <a:off x="10107582" y="7743631"/>
            <a:ext cx="14319578" cy="5080586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tabLst/>
              <a:defRPr/>
            </a:pP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241;p27">
            <a:extLst>
              <a:ext uri="{FF2B5EF4-FFF2-40B4-BE49-F238E27FC236}">
                <a16:creationId xmlns:a16="http://schemas.microsoft.com/office/drawing/2014/main" id="{1EE9EE08-DF58-5D3F-3EC0-1BEA60E7BB20}"/>
              </a:ext>
            </a:extLst>
          </p:cNvPr>
          <p:cNvSpPr txBox="1"/>
          <p:nvPr/>
        </p:nvSpPr>
        <p:spPr>
          <a:xfrm>
            <a:off x="10720705" y="10380461"/>
            <a:ext cx="13448499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Microsoft YaHei"/>
              <a:buNone/>
              <a:tabLst/>
              <a:defRPr/>
            </a:pPr>
            <a:r>
              <a:rPr kumimoji="0" lang="zh-TW" altLang="en-US" sz="1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雷文鳳  </a:t>
            </a:r>
            <a:r>
              <a:rPr kumimoji="0" lang="zh-TW" altLang="en-US" sz="10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夏威夷餐盒</a:t>
            </a:r>
            <a:endParaRPr kumimoji="0" sz="100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5" name="Google Shape;1242;p27">
            <a:extLst>
              <a:ext uri="{FF2B5EF4-FFF2-40B4-BE49-F238E27FC236}">
                <a16:creationId xmlns:a16="http://schemas.microsoft.com/office/drawing/2014/main" id="{644798F6-B24F-69EB-FD25-6B8858612020}"/>
              </a:ext>
            </a:extLst>
          </p:cNvPr>
          <p:cNvSpPr txBox="1"/>
          <p:nvPr/>
        </p:nvSpPr>
        <p:spPr>
          <a:xfrm>
            <a:off x="10720703" y="8315643"/>
            <a:ext cx="11478897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Microsoft YaHei"/>
              <a:buNone/>
              <a:tabLst/>
              <a:defRPr/>
            </a:pPr>
            <a:r>
              <a:rPr kumimoji="0" lang="zh-TW" altLang="en-US" sz="1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教育協調員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6" name="Google Shape;1243;p27">
            <a:extLst>
              <a:ext uri="{FF2B5EF4-FFF2-40B4-BE49-F238E27FC236}">
                <a16:creationId xmlns:a16="http://schemas.microsoft.com/office/drawing/2014/main" id="{41AB0C91-8AB8-3A44-2EE7-9B344479893C}"/>
              </a:ext>
            </a:extLst>
          </p:cNvPr>
          <p:cNvCxnSpPr/>
          <p:nvPr/>
        </p:nvCxnSpPr>
        <p:spPr>
          <a:xfrm>
            <a:off x="10920094" y="10327697"/>
            <a:ext cx="7162521" cy="52764"/>
          </a:xfrm>
          <a:prstGeom prst="straightConnector1">
            <a:avLst/>
          </a:prstGeom>
          <a:noFill/>
          <a:ln w="571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83" name="Google Shape;2583;p97"/>
          <p:cNvSpPr/>
          <p:nvPr/>
        </p:nvSpPr>
        <p:spPr>
          <a:xfrm>
            <a:off x="10845049" y="6928309"/>
            <a:ext cx="6684195" cy="1282526"/>
          </a:xfrm>
          <a:prstGeom prst="rect">
            <a:avLst/>
          </a:prstGeom>
          <a:solidFill>
            <a:srgbClr val="CF2030"/>
          </a:solidFill>
          <a:ln>
            <a:noFill/>
          </a:ln>
          <a:effectLst>
            <a:outerShdw blurRad="254000" dist="635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384000" tIns="45700" rIns="3840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Microsoft YaHei"/>
              <a:buNone/>
              <a:tabLst/>
              <a:defRPr/>
            </a:pPr>
            <a:r>
              <a:rPr kumimoji="0" lang="zh-TW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長佑第 </a:t>
            </a:r>
            <a:r>
              <a:rPr kumimoji="0" lang="en-US" altLang="zh-TW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23 </a:t>
            </a:r>
            <a:r>
              <a:rPr kumimoji="0" lang="zh-TW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會期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85" name="Google Shape;2585;p97" descr="一張含有 黑暗, 塑膠 的圖片&#10;&#10;自動產生的描述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509424">
            <a:off x="9345827" y="5964293"/>
            <a:ext cx="2858583" cy="2143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E58EF2-F4E2-0048-BFD1-8E0F7FAA1E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0873"/>
          <a:stretch/>
        </p:blipFill>
        <p:spPr>
          <a:xfrm>
            <a:off x="3175973" y="4250502"/>
            <a:ext cx="6121400" cy="7929601"/>
          </a:xfrm>
          <a:prstGeom prst="rect">
            <a:avLst/>
          </a:prstGeom>
        </p:spPr>
      </p:pic>
      <p:sp>
        <p:nvSpPr>
          <p:cNvPr id="21" name="Google Shape;1241;p27">
            <a:extLst>
              <a:ext uri="{FF2B5EF4-FFF2-40B4-BE49-F238E27FC236}">
                <a16:creationId xmlns:a16="http://schemas.microsoft.com/office/drawing/2014/main" id="{A0CF1F04-E95A-E14E-8DE8-0804531328BE}"/>
              </a:ext>
            </a:extLst>
          </p:cNvPr>
          <p:cNvSpPr txBox="1"/>
          <p:nvPr/>
        </p:nvSpPr>
        <p:spPr>
          <a:xfrm>
            <a:off x="10142003" y="3141051"/>
            <a:ext cx="13535215" cy="334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TW" sz="8800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XXXX</a:t>
            </a:r>
            <a:r>
              <a:rPr lang="zh-TW" altLang="en-US" sz="8800" b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8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XXX</a:t>
            </a:r>
          </a:p>
          <a:p>
            <a:pPr algn="ctr">
              <a:lnSpc>
                <a:spcPct val="120000"/>
              </a:lnSpc>
            </a:pPr>
            <a:r>
              <a:rPr lang="en-US" altLang="zh-TW" sz="8800" b="1" dirty="0">
                <a:solidFill>
                  <a:srgbClr val="CD55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XXXX</a:t>
            </a:r>
            <a:r>
              <a:rPr lang="zh-TW" altLang="en-US" sz="8800" b="1" dirty="0">
                <a:solidFill>
                  <a:srgbClr val="CD55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8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XXX</a:t>
            </a:r>
            <a:endParaRPr lang="zh-TW" altLang="en-US" sz="8800" b="1" dirty="0">
              <a:solidFill>
                <a:srgbClr val="CD555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7522168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2.xml><?xml version="1.0" encoding="utf-8"?>
<a:theme xmlns:a="http://schemas.openxmlformats.org/drawingml/2006/main" name="5_Office Theme">
  <a:themeElements>
    <a:clrScheme name="Custom 1">
      <a:dk1>
        <a:sysClr val="windowText" lastClr="000000"/>
      </a:dk1>
      <a:lt1>
        <a:sysClr val="window" lastClr="FFFFFF"/>
      </a:lt1>
      <a:dk2>
        <a:srgbClr val="CF2030"/>
      </a:dk2>
      <a:lt2>
        <a:srgbClr val="E8E8E8"/>
      </a:lt2>
      <a:accent1>
        <a:srgbClr val="CF2030"/>
      </a:accent1>
      <a:accent2>
        <a:srgbClr val="64666A"/>
      </a:accent2>
      <a:accent3>
        <a:srgbClr val="C8C8C8"/>
      </a:accent3>
      <a:accent4>
        <a:srgbClr val="F2F2F2"/>
      </a:accent4>
      <a:accent5>
        <a:srgbClr val="FFFFFF"/>
      </a:accent5>
      <a:accent6>
        <a:srgbClr val="000000"/>
      </a:accent6>
      <a:hlink>
        <a:srgbClr val="467886"/>
      </a:hlink>
      <a:folHlink>
        <a:srgbClr val="96607D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7EF8D6F7-0D25-4D1A-9C78-07C763272238}" vid="{E5042FCB-73B8-4351-8081-74BA77B9B838}"/>
    </a:ext>
  </a:extLst>
</a:theme>
</file>

<file path=ppt/theme/theme3.xml><?xml version="1.0" encoding="utf-8"?>
<a:theme xmlns:a="http://schemas.openxmlformats.org/drawingml/2006/main" name="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4.xml><?xml version="1.0" encoding="utf-8"?>
<a:theme xmlns:a="http://schemas.openxmlformats.org/drawingml/2006/main" name="11_Office Theme">
  <a:themeElements>
    <a:clrScheme name="Custom 1">
      <a:dk1>
        <a:sysClr val="windowText" lastClr="000000"/>
      </a:dk1>
      <a:lt1>
        <a:sysClr val="window" lastClr="FFFFFF"/>
      </a:lt1>
      <a:dk2>
        <a:srgbClr val="CF2030"/>
      </a:dk2>
      <a:lt2>
        <a:srgbClr val="E8E8E8"/>
      </a:lt2>
      <a:accent1>
        <a:srgbClr val="CF2030"/>
      </a:accent1>
      <a:accent2>
        <a:srgbClr val="64666A"/>
      </a:accent2>
      <a:accent3>
        <a:srgbClr val="C8C8C8"/>
      </a:accent3>
      <a:accent4>
        <a:srgbClr val="F2F2F2"/>
      </a:accent4>
      <a:accent5>
        <a:srgbClr val="FFFFFF"/>
      </a:accent5>
      <a:accent6>
        <a:srgbClr val="000000"/>
      </a:accent6>
      <a:hlink>
        <a:srgbClr val="467886"/>
      </a:hlink>
      <a:folHlink>
        <a:srgbClr val="96607D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7EF8D6F7-0D25-4D1A-9C78-07C763272238}" vid="{E5042FCB-73B8-4351-8081-74BA77B9B838}"/>
    </a:ext>
  </a:extLst>
</a:theme>
</file>

<file path=ppt/theme/theme5.xml><?xml version="1.0" encoding="utf-8"?>
<a:theme xmlns:a="http://schemas.openxmlformats.org/drawingml/2006/main" name="9_Office Theme">
  <a:themeElements>
    <a:clrScheme name="Custom 1">
      <a:dk1>
        <a:sysClr val="windowText" lastClr="000000"/>
      </a:dk1>
      <a:lt1>
        <a:sysClr val="window" lastClr="FFFFFF"/>
      </a:lt1>
      <a:dk2>
        <a:srgbClr val="CF2030"/>
      </a:dk2>
      <a:lt2>
        <a:srgbClr val="E8E8E8"/>
      </a:lt2>
      <a:accent1>
        <a:srgbClr val="CF2030"/>
      </a:accent1>
      <a:accent2>
        <a:srgbClr val="64666A"/>
      </a:accent2>
      <a:accent3>
        <a:srgbClr val="C8C8C8"/>
      </a:accent3>
      <a:accent4>
        <a:srgbClr val="F2F2F2"/>
      </a:accent4>
      <a:accent5>
        <a:srgbClr val="FFFFFF"/>
      </a:accent5>
      <a:accent6>
        <a:srgbClr val="000000"/>
      </a:accent6>
      <a:hlink>
        <a:srgbClr val="467886"/>
      </a:hlink>
      <a:folHlink>
        <a:srgbClr val="96607D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7EF8D6F7-0D25-4D1A-9C78-07C763272238}" vid="{E5042FCB-73B8-4351-8081-74BA77B9B838}"/>
    </a:ext>
  </a:extLst>
</a:theme>
</file>

<file path=ppt/theme/theme6.xml><?xml version="1.0" encoding="utf-8"?>
<a:theme xmlns:a="http://schemas.openxmlformats.org/drawingml/2006/main" name="12_Office Theme">
  <a:themeElements>
    <a:clrScheme name="Custom 1">
      <a:dk1>
        <a:sysClr val="windowText" lastClr="000000"/>
      </a:dk1>
      <a:lt1>
        <a:sysClr val="window" lastClr="FFFFFF"/>
      </a:lt1>
      <a:dk2>
        <a:srgbClr val="CF2030"/>
      </a:dk2>
      <a:lt2>
        <a:srgbClr val="E8E8E8"/>
      </a:lt2>
      <a:accent1>
        <a:srgbClr val="CF2030"/>
      </a:accent1>
      <a:accent2>
        <a:srgbClr val="64666A"/>
      </a:accent2>
      <a:accent3>
        <a:srgbClr val="C8C8C8"/>
      </a:accent3>
      <a:accent4>
        <a:srgbClr val="F2F2F2"/>
      </a:accent4>
      <a:accent5>
        <a:srgbClr val="FFFFFF"/>
      </a:accent5>
      <a:accent6>
        <a:srgbClr val="000000"/>
      </a:accent6>
      <a:hlink>
        <a:srgbClr val="467886"/>
      </a:hlink>
      <a:folHlink>
        <a:srgbClr val="96607D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7EF8D6F7-0D25-4D1A-9C78-07C763272238}" vid="{E5042FCB-73B8-4351-8081-74BA77B9B838}"/>
    </a:ext>
  </a:extLst>
</a:theme>
</file>

<file path=ppt/theme/theme7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10518</TotalTime>
  <Words>139</Words>
  <Application>Microsoft Macintosh PowerPoint</Application>
  <PresentationFormat>Custom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7</vt:i4>
      </vt:variant>
    </vt:vector>
  </HeadingPairs>
  <TitlesOfParts>
    <vt:vector size="22" baseType="lpstr">
      <vt:lpstr>Aptos</vt:lpstr>
      <vt:lpstr>Aptos Display</vt:lpstr>
      <vt:lpstr>Microsoft YaHei</vt:lpstr>
      <vt:lpstr>Microsoft YaHei UI</vt:lpstr>
      <vt:lpstr>Arial</vt:lpstr>
      <vt:lpstr>Calibri</vt:lpstr>
      <vt:lpstr>Helvetica Neue</vt:lpstr>
      <vt:lpstr>1_Custom Design</vt:lpstr>
      <vt:lpstr>5_Office Theme</vt:lpstr>
      <vt:lpstr>Custom Design</vt:lpstr>
      <vt:lpstr>11_Office Theme</vt:lpstr>
      <vt:lpstr>9_Office Theme</vt:lpstr>
      <vt:lpstr>12_Office Theme</vt:lpstr>
      <vt:lpstr>1_自訂設計</vt:lpstr>
      <vt:lpstr>自訂設計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謝承恩</dc:creator>
  <cp:lastModifiedBy>文鳳 雷</cp:lastModifiedBy>
  <cp:revision>403</cp:revision>
  <dcterms:created xsi:type="dcterms:W3CDTF">2024-11-19T21:06:51Z</dcterms:created>
  <dcterms:modified xsi:type="dcterms:W3CDTF">2026-09-27T13:58:04Z</dcterms:modified>
</cp:coreProperties>
</file>